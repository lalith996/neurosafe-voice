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a669a6c562448eb" /><Relationship Type="http://schemas.openxmlformats.org/officeDocument/2006/relationships/extended-properties" Target="/docProps/app.xml" Id="R54a1de209fe7415e" /><Relationship Type="http://schemas.openxmlformats.org/officeDocument/2006/relationships/officeDocument" Target="/ppt/presentation.xml" Id="Rc833398aca5543b7" /></Relationships>
</file>

<file path=ppt/presentation.xml><?xml version="1.0" encoding="utf-8"?>
<p:presentation xmlns:p="http://schemas.openxmlformats.org/presentationml/2006/main">
  <p:sldMasterIdLst>
    <p:sldMasterId xmlns:r="http://schemas.openxmlformats.org/officeDocument/2006/relationships" id="2147483648" r:id="Rd15aaf6a79624b26"/>
  </p:sldMasterIdLst>
  <p:notesMasterIdLst>
    <p:notesMasterId xmlns:r="http://schemas.openxmlformats.org/officeDocument/2006/relationships" r:id="Ref39e05f69604b6f"/>
  </p:notesMasterIdLst>
  <p:sldIdLst>
    <p:sldId xmlns:r="http://schemas.openxmlformats.org/officeDocument/2006/relationships" id="256" r:id="R6182646ee2424151"/>
    <p:sldId xmlns:r="http://schemas.openxmlformats.org/officeDocument/2006/relationships" id="257" r:id="R5b951093c8bd4478"/>
    <p:sldId xmlns:r="http://schemas.openxmlformats.org/officeDocument/2006/relationships" id="258" r:id="Re82ae9b0e10946d2"/>
    <p:sldId xmlns:r="http://schemas.openxmlformats.org/officeDocument/2006/relationships" id="259" r:id="R64e11b4818a64076"/>
    <p:sldId xmlns:r="http://schemas.openxmlformats.org/officeDocument/2006/relationships" id="260" r:id="Rd7b36aa9aec14bbe"/>
    <p:sldId xmlns:r="http://schemas.openxmlformats.org/officeDocument/2006/relationships" id="261" r:id="Rd311c2bb4f9b4a48"/>
    <p:sldId xmlns:r="http://schemas.openxmlformats.org/officeDocument/2006/relationships" id="262" r:id="R3e9fd3e3e9014a4b"/>
    <p:sldId xmlns:r="http://schemas.openxmlformats.org/officeDocument/2006/relationships" id="263" r:id="R9e29bfe8fe034c7b"/>
    <p:sldId xmlns:r="http://schemas.openxmlformats.org/officeDocument/2006/relationships" id="264" r:id="Rc7fecdb007cd4fc4"/>
    <p:sldId xmlns:r="http://schemas.openxmlformats.org/officeDocument/2006/relationships" id="265" r:id="Rdc8c7ddd9c0f42c3"/>
    <p:sldId xmlns:r="http://schemas.openxmlformats.org/officeDocument/2006/relationships" id="266" r:id="R2ffe7bbf7a904a9a"/>
    <p:sldId xmlns:r="http://schemas.openxmlformats.org/officeDocument/2006/relationships" id="267" r:id="R2e03a485d2ba4166"/>
    <p:sldId xmlns:r="http://schemas.openxmlformats.org/officeDocument/2006/relationships" id="268" r:id="Rb9d42d236fa84c63"/>
    <p:sldId xmlns:r="http://schemas.openxmlformats.org/officeDocument/2006/relationships" id="269" r:id="Rda44ec7488694ac0"/>
    <p:sldId xmlns:r="http://schemas.openxmlformats.org/officeDocument/2006/relationships" id="270" r:id="R17153ddacb744594"/>
    <p:sldId xmlns:r="http://schemas.openxmlformats.org/officeDocument/2006/relationships" id="271" r:id="Refbe55eee3aa4c4a"/>
  </p:sldIdLst>
  <p:sldSz cx="9144000" cy="6858000"/>
  <p:notesSz cx="6858000" cy="9144000"/>
  <p:defaultTextStyle>
    <a:defPPr xmlns:a="http://schemas.openxmlformats.org/drawingml/2006/main" marL="0" marR="0" indent="0" algn="l" defTabSz="914400">
      <a:lnSpc>
        <a:spcPct val="100000"/>
      </a:lnSpc>
      <a:spcBef>
        <a:spcPts val="0"/>
      </a:spcBef>
      <a:spcAft>
        <a:spcPts val="0"/>
      </a:spcAft>
      <a:buClrTx/>
      <a:buSzTx/>
      <a:buFontTx/>
      <a:buNone/>
      <a:defRPr sz="1800" b="0" i="0" u="none" strike="noStrike" cap="none" spc="0" baseline="0">
        <a:ln>
          <a:noFill/>
        </a:ln>
        <a:solidFill>
          <a:srgbClr val="000000"/>
        </a:solidFill>
      </a:defRPr>
    </a:defPPr>
    <a:lvl1pPr xmlns:a="http://schemas.openxmlformats.org/drawingml/2006/main" marL="0" marR="0" indent="0" algn="l" defTabSz="914400">
      <a:lnSpc>
        <a:spcPct val="100000"/>
      </a:lnSpc>
      <a:spcBef>
        <a:spcPts val="0"/>
      </a:spcBef>
      <a:spcAft>
        <a:spcPts val="0"/>
      </a:spcAft>
      <a:buClrTx/>
      <a:buSzTx/>
      <a:buFontTx/>
      <a:buNone/>
      <a:defRPr sz="1400" b="0" i="0" u="none" strike="noStrike" cap="none" spc="0" baseline="0">
        <a:ln>
          <a:noFill/>
        </a:ln>
        <a:solidFill>
          <a:srgbClr val="000000"/>
        </a:solidFill>
        <a:latin typeface="Times New Roman"/>
        <a:ea typeface="Times New Roman"/>
        <a:cs typeface="Times New Roman"/>
      </a:defRPr>
    </a:lvl1pPr>
    <a:lvl2pPr xmlns:a="http://schemas.openxmlformats.org/drawingml/2006/main" marL="0" marR="0" indent="457200" algn="l" defTabSz="914400">
      <a:lnSpc>
        <a:spcPct val="100000"/>
      </a:lnSpc>
      <a:spcBef>
        <a:spcPts val="0"/>
      </a:spcBef>
      <a:spcAft>
        <a:spcPts val="0"/>
      </a:spcAft>
      <a:buClrTx/>
      <a:buSzTx/>
      <a:buFontTx/>
      <a:buNone/>
      <a:defRPr sz="1400" b="0" i="0" u="none" strike="noStrike" cap="none" spc="0" baseline="0">
        <a:ln>
          <a:noFill/>
        </a:ln>
        <a:solidFill>
          <a:srgbClr val="000000"/>
        </a:solidFill>
        <a:latin typeface="Times New Roman"/>
        <a:ea typeface="Times New Roman"/>
        <a:cs typeface="Times New Roman"/>
      </a:defRPr>
    </a:lvl2pPr>
    <a:lvl3pPr xmlns:a="http://schemas.openxmlformats.org/drawingml/2006/main" marL="0" marR="0" indent="914400" algn="l" defTabSz="914400">
      <a:lnSpc>
        <a:spcPct val="100000"/>
      </a:lnSpc>
      <a:spcBef>
        <a:spcPts val="0"/>
      </a:spcBef>
      <a:spcAft>
        <a:spcPts val="0"/>
      </a:spcAft>
      <a:buClrTx/>
      <a:buSzTx/>
      <a:buFontTx/>
      <a:buNone/>
      <a:defRPr sz="1400" b="0" i="0" u="none" strike="noStrike" cap="none" spc="0" baseline="0">
        <a:ln>
          <a:noFill/>
        </a:ln>
        <a:solidFill>
          <a:srgbClr val="000000"/>
        </a:solidFill>
        <a:latin typeface="Times New Roman"/>
        <a:ea typeface="Times New Roman"/>
        <a:cs typeface="Times New Roman"/>
      </a:defRPr>
    </a:lvl3pPr>
    <a:lvl4pPr xmlns:a="http://schemas.openxmlformats.org/drawingml/2006/main" marL="0" marR="0" indent="1371600" algn="l" defTabSz="914400">
      <a:lnSpc>
        <a:spcPct val="100000"/>
      </a:lnSpc>
      <a:spcBef>
        <a:spcPts val="0"/>
      </a:spcBef>
      <a:spcAft>
        <a:spcPts val="0"/>
      </a:spcAft>
      <a:buClrTx/>
      <a:buSzTx/>
      <a:buFontTx/>
      <a:buNone/>
      <a:defRPr sz="1400" b="0" i="0" u="none" strike="noStrike" cap="none" spc="0" baseline="0">
        <a:ln>
          <a:noFill/>
        </a:ln>
        <a:solidFill>
          <a:srgbClr val="000000"/>
        </a:solidFill>
        <a:latin typeface="Times New Roman"/>
        <a:ea typeface="Times New Roman"/>
        <a:cs typeface="Times New Roman"/>
      </a:defRPr>
    </a:lvl4pPr>
    <a:lvl5pPr xmlns:a="http://schemas.openxmlformats.org/drawingml/2006/main" marL="0" marR="0" indent="1828800" algn="l" defTabSz="914400">
      <a:lnSpc>
        <a:spcPct val="100000"/>
      </a:lnSpc>
      <a:spcBef>
        <a:spcPts val="0"/>
      </a:spcBef>
      <a:spcAft>
        <a:spcPts val="0"/>
      </a:spcAft>
      <a:buClrTx/>
      <a:buSzTx/>
      <a:buFontTx/>
      <a:buNone/>
      <a:defRPr sz="1400" b="0" i="0" u="none" strike="noStrike" cap="none" spc="0" baseline="0">
        <a:ln>
          <a:noFill/>
        </a:ln>
        <a:solidFill>
          <a:srgbClr val="000000"/>
        </a:solidFill>
        <a:latin typeface="Times New Roman"/>
        <a:ea typeface="Times New Roman"/>
        <a:cs typeface="Times New Roman"/>
      </a:defRPr>
    </a:lvl5pPr>
    <a:lvl6pPr xmlns:a="http://schemas.openxmlformats.org/drawingml/2006/main" marL="0" marR="0" indent="0" algn="l" defTabSz="914400">
      <a:lnSpc>
        <a:spcPct val="100000"/>
      </a:lnSpc>
      <a:spcBef>
        <a:spcPts val="0"/>
      </a:spcBef>
      <a:spcAft>
        <a:spcPts val="0"/>
      </a:spcAft>
      <a:buClrTx/>
      <a:buSzTx/>
      <a:buFontTx/>
      <a:buNone/>
      <a:defRPr sz="1400" b="0" i="0" u="none" strike="noStrike" cap="none" spc="0" baseline="0">
        <a:ln>
          <a:noFill/>
        </a:ln>
        <a:solidFill>
          <a:srgbClr val="000000"/>
        </a:solidFill>
        <a:latin typeface="Times New Roman"/>
        <a:ea typeface="Times New Roman"/>
        <a:cs typeface="Times New Roman"/>
      </a:defRPr>
    </a:lvl6pPr>
    <a:lvl7pPr xmlns:a="http://schemas.openxmlformats.org/drawingml/2006/main" marL="0" marR="0" indent="0" algn="l" defTabSz="914400">
      <a:lnSpc>
        <a:spcPct val="100000"/>
      </a:lnSpc>
      <a:spcBef>
        <a:spcPts val="0"/>
      </a:spcBef>
      <a:spcAft>
        <a:spcPts val="0"/>
      </a:spcAft>
      <a:buClrTx/>
      <a:buSzTx/>
      <a:buFontTx/>
      <a:buNone/>
      <a:defRPr sz="1400" b="0" i="0" u="none" strike="noStrike" cap="none" spc="0" baseline="0">
        <a:ln>
          <a:noFill/>
        </a:ln>
        <a:solidFill>
          <a:srgbClr val="000000"/>
        </a:solidFill>
        <a:latin typeface="Times New Roman"/>
        <a:ea typeface="Times New Roman"/>
        <a:cs typeface="Times New Roman"/>
      </a:defRPr>
    </a:lvl7pPr>
    <a:lvl8pPr xmlns:a="http://schemas.openxmlformats.org/drawingml/2006/main" marL="0" marR="0" indent="0" algn="l" defTabSz="914400">
      <a:lnSpc>
        <a:spcPct val="100000"/>
      </a:lnSpc>
      <a:spcBef>
        <a:spcPts val="0"/>
      </a:spcBef>
      <a:spcAft>
        <a:spcPts val="0"/>
      </a:spcAft>
      <a:buClrTx/>
      <a:buSzTx/>
      <a:buFontTx/>
      <a:buNone/>
      <a:defRPr sz="1400" b="0" i="0" u="none" strike="noStrike" cap="none" spc="0" baseline="0">
        <a:ln>
          <a:noFill/>
        </a:ln>
        <a:solidFill>
          <a:srgbClr val="000000"/>
        </a:solidFill>
        <a:latin typeface="Times New Roman"/>
        <a:ea typeface="Times New Roman"/>
        <a:cs typeface="Times New Roman"/>
      </a:defRPr>
    </a:lvl8pPr>
    <a:lvl9pPr xmlns:a="http://schemas.openxmlformats.org/drawingml/2006/main" marL="0" marR="0" indent="0" algn="l" defTabSz="914400">
      <a:lnSpc>
        <a:spcPct val="100000"/>
      </a:lnSpc>
      <a:spcBef>
        <a:spcPts val="0"/>
      </a:spcBef>
      <a:spcAft>
        <a:spcPts val="0"/>
      </a:spcAft>
      <a:buClrTx/>
      <a:buSzTx/>
      <a:buFontTx/>
      <a:buNone/>
      <a:defRPr sz="1400" b="0" i="0" u="none" strike="noStrike" cap="none" spc="0" baseline="0">
        <a:ln>
          <a:noFill/>
        </a:ln>
        <a:solidFill>
          <a:srgbClr val="000000"/>
        </a:solidFill>
        <a:latin typeface="Times New Roman"/>
        <a:ea typeface="Times New Roman"/>
        <a:cs typeface="Times New Roman"/>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0aa468645334dca" /><Relationship Type="http://schemas.openxmlformats.org/officeDocument/2006/relationships/slideMaster" Target="/ppt/slideMasters/slideMaster1.xml" Id="Rd15aaf6a79624b26" /><Relationship Type="http://schemas.openxmlformats.org/officeDocument/2006/relationships/notesMaster" Target="/ppt/notesMasters/notesMaster1.xml" Id="Ref39e05f69604b6f" /><Relationship Type="http://schemas.openxmlformats.org/officeDocument/2006/relationships/presProps" Target="/ppt/presProps.xml" Id="R995605f4505e4f63" /><Relationship Type="http://schemas.openxmlformats.org/officeDocument/2006/relationships/viewProps" Target="/ppt/viewProps.xml" Id="Rc299eeeeb51448b0" /><Relationship Type="http://schemas.openxmlformats.org/officeDocument/2006/relationships/tableStyles" Target="/ppt/tableStyles.xml" Id="R8175d897248a496d" /><Relationship Type="http://schemas.openxmlformats.org/officeDocument/2006/relationships/slide" Target="/ppt/slides/slide1.xml" Id="R6182646ee2424151" /><Relationship Type="http://schemas.openxmlformats.org/officeDocument/2006/relationships/slide" Target="/ppt/slides/slide2.xml" Id="R5b951093c8bd4478" /><Relationship Type="http://schemas.openxmlformats.org/officeDocument/2006/relationships/slide" Target="/ppt/slides/slide3.xml" Id="Re82ae9b0e10946d2" /><Relationship Type="http://schemas.openxmlformats.org/officeDocument/2006/relationships/slide" Target="/ppt/slides/slide4.xml" Id="R64e11b4818a64076" /><Relationship Type="http://schemas.openxmlformats.org/officeDocument/2006/relationships/slide" Target="/ppt/slides/slide5.xml" Id="Rd7b36aa9aec14bbe" /><Relationship Type="http://schemas.openxmlformats.org/officeDocument/2006/relationships/slide" Target="/ppt/slides/slide6.xml" Id="Rd311c2bb4f9b4a48" /><Relationship Type="http://schemas.openxmlformats.org/officeDocument/2006/relationships/slide" Target="/ppt/slides/slide7.xml" Id="R3e9fd3e3e9014a4b" /><Relationship Type="http://schemas.openxmlformats.org/officeDocument/2006/relationships/slide" Target="/ppt/slides/slide8.xml" Id="R9e29bfe8fe034c7b" /><Relationship Type="http://schemas.openxmlformats.org/officeDocument/2006/relationships/slide" Target="/ppt/slides/slide9.xml" Id="Rc7fecdb007cd4fc4" /><Relationship Type="http://schemas.openxmlformats.org/officeDocument/2006/relationships/slide" Target="/ppt/slides/slide10.xml" Id="Rdc8c7ddd9c0f42c3" /><Relationship Type="http://schemas.openxmlformats.org/officeDocument/2006/relationships/slide" Target="/ppt/slides/slide11.xml" Id="R2ffe7bbf7a904a9a" /><Relationship Type="http://schemas.openxmlformats.org/officeDocument/2006/relationships/slide" Target="/ppt/slides/slide12.xml" Id="R2e03a485d2ba4166" /><Relationship Type="http://schemas.openxmlformats.org/officeDocument/2006/relationships/slide" Target="/ppt/slides/slide13.xml" Id="Rb9d42d236fa84c63" /><Relationship Type="http://schemas.openxmlformats.org/officeDocument/2006/relationships/slide" Target="/ppt/slides/slide14.xml" Id="Rda44ec7488694ac0" /><Relationship Type="http://schemas.openxmlformats.org/officeDocument/2006/relationships/slide" Target="/ppt/slides/slide15.xml" Id="R17153ddacb744594" /><Relationship Type="http://schemas.openxmlformats.org/officeDocument/2006/relationships/slide" Target="/ppt/slides/slide16.xml" Id="Refbe55eee3aa4c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bacd0f40004a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6daeb01dd04443" /><Relationship Type="http://schemas.openxmlformats.org/officeDocument/2006/relationships/notesMaster" Target="/ppt/notesMasters/notesMaster1.xml" Id="Rfdbf4b722e3944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19c704ab8d427c" /><Relationship Type="http://schemas.openxmlformats.org/officeDocument/2006/relationships/notesMaster" Target="/ppt/notesMasters/notesMaster1.xml" Id="Re83cbc4270cf48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7d4bc9e7ba4a84" /><Relationship Type="http://schemas.openxmlformats.org/officeDocument/2006/relationships/notesMaster" Target="/ppt/notesMasters/notesMaster1.xml" Id="Ra9cfbe36ff8944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2989fc011b4c26" /><Relationship Type="http://schemas.openxmlformats.org/officeDocument/2006/relationships/notesMaster" Target="/ppt/notesMasters/notesMaster1.xml" Id="R5114db3ee3bd49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db8efb4f3e4b0c" /><Relationship Type="http://schemas.openxmlformats.org/officeDocument/2006/relationships/notesMaster" Target="/ppt/notesMasters/notesMaster1.xml" Id="Rbc489f441baf40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b3ac1078c54ea1" /><Relationship Type="http://schemas.openxmlformats.org/officeDocument/2006/relationships/notesMaster" Target="/ppt/notesMasters/notesMaster1.xml" Id="R1ad5b8138c9443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b976047d5c4d1a" /><Relationship Type="http://schemas.openxmlformats.org/officeDocument/2006/relationships/notesMaster" Target="/ppt/notesMasters/notesMaster1.xml" Id="R29b53d2adeb644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6c786297b24511" /><Relationship Type="http://schemas.openxmlformats.org/officeDocument/2006/relationships/notesMaster" Target="/ppt/notesMasters/notesMaster1.xml" Id="R7587a3e007de49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3cab8ad6df4920" /><Relationship Type="http://schemas.openxmlformats.org/officeDocument/2006/relationships/notesMaster" Target="/ppt/notesMasters/notesMaster1.xml" Id="R4794631a86ea41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3577d83a4249d8" /><Relationship Type="http://schemas.openxmlformats.org/officeDocument/2006/relationships/notesMaster" Target="/ppt/notesMasters/notesMaster1.xml" Id="R28cd7966342b4d4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1c3dad42ce4b45" /><Relationship Type="http://schemas.openxmlformats.org/officeDocument/2006/relationships/notesMaster" Target="/ppt/notesMasters/notesMaster1.xml" Id="Ra537072b17f945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1c9c0113f648f1" /><Relationship Type="http://schemas.openxmlformats.org/officeDocument/2006/relationships/notesMaster" Target="/ppt/notesMasters/notesMaster1.xml" Id="Rf9d4413b9d7941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68bd414f754755" /><Relationship Type="http://schemas.openxmlformats.org/officeDocument/2006/relationships/notesMaster" Target="/ppt/notesMasters/notesMaster1.xml" Id="R67221985d0ae4e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0d679310cd40da" /><Relationship Type="http://schemas.openxmlformats.org/officeDocument/2006/relationships/notesMaster" Target="/ppt/notesMasters/notesMaster1.xml" Id="R02e92903028e495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c5a85b312045dc" /><Relationship Type="http://schemas.openxmlformats.org/officeDocument/2006/relationships/notesMaster" Target="/ppt/notesMasters/notesMaster1.xml" Id="Rf07003c6f0054a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f5f780b117b47f9" /><Relationship Type="http://schemas.openxmlformats.org/officeDocument/2006/relationships/notesMaster" Target="/ppt/notesMasters/notesMaster1.xml" Id="Rdad0d5501df84a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same project and team from Review 1. Explain that this review reports completed Phase 1 speech recognition work and a tested plan for Phase 2.</a:t>
            </a:r>
          </a:p>
          <a:p xmlns:a="http://schemas.openxmlformats.org/drawingml/2006/main">
            <a:r>
              <a:t/>
            </a:r>
          </a:p>
          <a:p xmlns:a="http://schemas.openxmlformats.org/drawingml/2006/main">
            <a:r>
              <a:t>Sources: /Users/lalithmachavarapu/Downloads/NeuroSAFE-Voice Phase 1 Report Dysarthric Speech Recognition on TORGO.pdf (pp. 1–2);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review covered the full speech-to-action design. The completed work reported here tests recognition only. The generated visual is illustrative, not measured speech.</a:t>
            </a:r>
          </a:p>
          <a:p xmlns:a="http://schemas.openxmlformats.org/drawingml/2006/main">
            <a:r>
              <a:t/>
            </a:r>
          </a:p>
          <a:p xmlns:a="http://schemas.openxmlformats.org/drawingml/2006/main">
            <a:r>
              <a:t>Sources: /Users/lalithmachavarapu/Downloads/NeuroSAFE-Voice Phase 1 Report Dysarthric Speech Recognition on TORGO.pdf (pp. 1–2);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talk as three questions, answered by the results. Do not present the planned full assistant as a completed product.</a:t>
            </a:r>
          </a:p>
          <a:p xmlns:a="http://schemas.openxmlformats.org/drawingml/2006/main">
            <a:r>
              <a:t/>
            </a:r>
          </a:p>
          <a:p xmlns:a="http://schemas.openxmlformats.org/drawingml/2006/main">
            <a:r>
              <a:t>Sources: /Users/lalithmachavarapu/Downloads/NeuroSAFE-Voice Phase 1 Report Dysarthric Speech Recognition on TORGO.pdf (pp. 1–2, 17–18);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cleaning, TORGO contained 3,077 dysarthric and 5,909 control recordings. Most recordings are single words. We did not denoise or augment the audio.</a:t>
            </a:r>
          </a:p>
          <a:p xmlns:a="http://schemas.openxmlformats.org/drawingml/2006/main">
            <a:r>
              <a:t/>
            </a:r>
          </a:p>
          <a:p xmlns:a="http://schemas.openxmlformats.org/drawingml/2006/main">
            <a:r>
              <a:t>Sources: /Users/lalithmachavarapu/Downloads/NeuroSAFE-Voice Phase 1 Report Dysarthric Speech Recognition on TORGO.pdf (pp. 2–5);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Eight separate LoRA models were trained. Control speakers were used for training, not the target test cases. Results use pooled word error rate and paired bootstrap intervals.</a:t>
            </a:r>
          </a:p>
          <a:p xmlns:a="http://schemas.openxmlformats.org/drawingml/2006/main">
            <a:r>
              <a:t/>
            </a:r>
          </a:p>
          <a:p xmlns:a="http://schemas.openxmlformats.org/drawingml/2006/main">
            <a:r>
              <a:t>Sources: /Users/lalithmachavarapu/Downloads/NeuroSAFE-Voice Phase 1 Report Dysarthric Speech Recognition on TORGO.pdf (pp. 8–11);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 error rate is wrong, missing and added words divided by the words spoken. 11% and 91% are rounded severity-level baseline results from the report. Lower is better.</a:t>
            </a:r>
          </a:p>
          <a:p xmlns:a="http://schemas.openxmlformats.org/drawingml/2006/main">
            <a:r>
              <a:t/>
            </a:r>
          </a:p>
          <a:p xmlns:a="http://schemas.openxmlformats.org/drawingml/2006/main">
            <a:r>
              <a:t>Sources: /Users/lalithmachavarapu/Downloads/NeuroSAFE-Voice Phase 1 Report Dysarthric Speech Recognition on TORGO.pdf (pp. 6, 8, 11);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adapter trained 3,538,944 of 245,273,856 weights. Rank 32, query and value layers; three epochs. The per-fold runtime is approximate.</a:t>
            </a:r>
          </a:p>
          <a:p xmlns:a="http://schemas.openxmlformats.org/drawingml/2006/main">
            <a:r>
              <a:t/>
            </a:r>
          </a:p>
          <a:p xmlns:a="http://schemas.openxmlformats.org/drawingml/2006/main">
            <a:r>
              <a:t>Sources: /Users/lalithmachavarapu/Downloads/NeuroSAFE-Voice Phase 1 Report Dysarthric Speech Recognition on TORGO.pdf (pp. 8–10, 20);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bootstrap 95% interval for the 29.0-point improvement is 25.9 to 32.1 points. These are held-out speakers, but the training set contains many of their prompt words spoken by other people.</a:t>
            </a:r>
          </a:p>
          <a:p xmlns:a="http://schemas.openxmlformats.org/drawingml/2006/main">
            <a:r>
              <a:t/>
            </a:r>
          </a:p>
          <a:p xmlns:a="http://schemas.openxmlformats.org/drawingml/2006/main">
            <a:r>
              <a:t>Sources: /Users/lalithmachavarapu/Downloads/NeuroSAFE-Voice Phase 1 Report Dysarthric Speech Recognition on TORGO.pdf (pp. 7, 9, 12);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EDA found 98–100% prompt overlap across speakers. Strict training retained only 27–76% of the data, so the smaller gain reflects both new prompts and less training data. The strict improvement has a 95% interval of 6.2–12.0 points.</a:t>
            </a:r>
          </a:p>
          <a:p xmlns:a="http://schemas.openxmlformats.org/drawingml/2006/main">
            <a:r>
              <a:t/>
            </a:r>
          </a:p>
          <a:p xmlns:a="http://schemas.openxmlformats.org/drawingml/2006/main">
            <a:r>
              <a:t>Sources: /Users/lalithmachavarapu/Downloads/NeuroSAFE-Voice Phase 1 Report Dysarthric Speech Recognition on TORGO.pdf (pp. 5, 10, 12, 17);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 uses error rates for severe speakers F01, M01, M02 and M04. Wrong words fell only slightly in strict mode, while invented words fell sharply. The categories do not sum to 100 because deleted words are omitted.</a:t>
            </a:r>
          </a:p>
          <a:p xmlns:a="http://schemas.openxmlformats.org/drawingml/2006/main">
            <a:r>
              <a:t/>
            </a:r>
          </a:p>
          <a:p xmlns:a="http://schemas.openxmlformats.org/drawingml/2006/main">
            <a:r>
              <a:t>Sources: /Users/lalithmachavarapu/Downloads/NeuroSAFE-Voice Phase 1 Report Dysarthric Speech Recognition on TORGO.pdf (p. 13);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uses the same fixed test half, 1,541 recordings. Paired 95% interval is 2.0–6.1 points. F01 had only 2.2 minutes available at the nominal 5-minute setting.</a:t>
            </a:r>
          </a:p>
          <a:p xmlns:a="http://schemas.openxmlformats.org/drawingml/2006/main">
            <a:r>
              <a:t/>
            </a:r>
          </a:p>
          <a:p xmlns:a="http://schemas.openxmlformats.org/drawingml/2006/main">
            <a:r>
              <a:t>Sources: /Users/lalithmachavarapu/Downloads/NeuroSAFE-Voice Phase 1 Report Dysarthric Speech Recognition on TORGO.pdf (pp. 10, 14);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came from the first review. The 20.8% personalised figure uses a different fixed half-test set and should not be compared directly with 24.0% as if it were the same pool.</a:t>
            </a:r>
          </a:p>
          <a:p xmlns:a="http://schemas.openxmlformats.org/drawingml/2006/main">
            <a:r>
              <a:t/>
            </a:r>
          </a:p>
          <a:p xmlns:a="http://schemas.openxmlformats.org/drawingml/2006/main">
            <a:r>
              <a:t>Sources: /Users/lalithmachavarapu/Downloads/NeuroSAFE-Voice Phase 1 Report Dysarthric Speech Recognition on TORGO.pdf (pp. 14–16; first-review p. 28);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planned Phase 2 tasks tied directly to Phase 1 results. There is no completed end-to-end demo in the report.</a:t>
            </a:r>
          </a:p>
          <a:p xmlns:a="http://schemas.openxmlformats.org/drawingml/2006/main">
            <a:r>
              <a:t/>
            </a:r>
          </a:p>
          <a:p xmlns:a="http://schemas.openxmlformats.org/drawingml/2006/main">
            <a:r>
              <a:t>Sources: /Users/lalithmachavarapu/Downloads/NeuroSAFE-Voice Phase 1 Report Dysarthric Speech Recognition on TORGO.pdf (pp. 17–18);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boundaries on the current evidence. Mention that UA-Speech access remains pending if asked.</a:t>
            </a:r>
          </a:p>
          <a:p xmlns:a="http://schemas.openxmlformats.org/drawingml/2006/main">
            <a:r>
              <a:t/>
            </a:r>
          </a:p>
          <a:p xmlns:a="http://schemas.openxmlformats.org/drawingml/2006/main">
            <a:r>
              <a:t>Sources: /Users/lalithmachavarapu/Downloads/NeuroSAFE-Voice Phase 1 Report Dysarthric Speech Recognition on TORGO.pdf (pp. 4–5, 17);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measured progress and transparent limitations. The assistant is a Phase 2 objective, not a Phase 1 claim.</a:t>
            </a:r>
          </a:p>
          <a:p xmlns:a="http://schemas.openxmlformats.org/drawingml/2006/main">
            <a:r>
              <a:t/>
            </a:r>
          </a:p>
          <a:p xmlns:a="http://schemas.openxmlformats.org/drawingml/2006/main">
            <a:r>
              <a:t>Sources: /Users/lalithmachavarapu/Downloads/NeuroSAFE-Voice Phase 1 Report Dysarthric Speech Recognition on TORGO.pdf (pp. 15–18); /Users/lalithmachavarapu/Downloads/Dysarthria_Voice_Assistant_Ordered_With_All_Diagrams  -  Repaired.pdf (first-review project scope and title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 /Users/lalithmachavarapu/Downloads/NeuroSAFE-Voice Phase 1 Report Dysarthric Speech Recognition on TORGO.pdf. First-review project scope and title details: /Users/lalithmachavarapu/Downloads/Dysarthria_Voice_Assistant_Ordered_With_All_Diagrams  -  Repaired.pdf.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08397ffdbf44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4d93031a61498a" /><Relationship Type="http://schemas.openxmlformats.org/officeDocument/2006/relationships/image" Target="/ppt/media/image.jpeg" Id="R0593046b980e42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6ee5c405dd41dc" /><Relationship Type="http://schemas.openxmlformats.org/officeDocument/2006/relationships/image" Target="/ppt/media/image.jpeg" Id="Rf0c076a9f80049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2050f954b945ba" /><Relationship Type="http://schemas.openxmlformats.org/officeDocument/2006/relationships/image" Target="/ppt/media/image.jpeg" Id="Rb070d0269eca49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65c697fee14915" /><Relationship Type="http://schemas.openxmlformats.org/officeDocument/2006/relationships/image" Target="/ppt/media/image.jpeg" Id="Rfe98d57144a84c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7fbbce2c1d349ae" /><Relationship Type="http://schemas.openxmlformats.org/officeDocument/2006/relationships/image" Target="/ppt/media/image.jpeg" Id="Rc40975f9a2d24f8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8c88293c3ab454c" /><Relationship Type="http://schemas.openxmlformats.org/officeDocument/2006/relationships/image" Target="/ppt/media/image.jpeg" Id="Rfa138493499d41a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50d5eba37b14b91" /><Relationship Type="http://schemas.openxmlformats.org/officeDocument/2006/relationships/image" Target="/ppt/media/image.jpeg" Id="Ra9e07b19d21b43c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9db46dc69174475" /><Relationship Type="http://schemas.openxmlformats.org/officeDocument/2006/relationships/image" Target="/ppt/media/image.jpeg" Id="Rbb221e80cbcb421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bdc65c9ebfa43f4" /></Relationships>
</file>

<file path=ppt/slideLayouts/slideLayout1.xml><?xml version="1.0" encoding="utf-8"?>
<p:sldLayout xmlns:p="http://schemas.openxmlformats.org/presentationml/2006/main" showMasterSp="0">
  <p:cSld name="Default">
    <p:spTree>
      <p:nvGrpSpPr>
        <p:cNvPr id="1" name=""/>
        <p:cNvGrpSpPr/>
        <p:nvPr/>
      </p:nvGrpSpPr>
      <p:grpSpPr>
        <a:xfrm xmlns:a="http://schemas.openxmlformats.org/drawingml/2006/main"/>
      </p:grpSpPr>
      <p:sp>
        <p:nvSpPr>
          <p:cNvPr id="14" name="Title Text">
            <a:extLst xmlns:a="http://schemas.openxmlformats.org/drawingml/2006/main">
              <a:ext uri="{FF2B5EF4-FFF2-40B4-BE49-F238E27FC236}">
                <a16:creationId xmlns:a16="http://schemas.microsoft.com/office/drawing/2014/main" id="{C778AA61-1724-4F34-B0F8-49D096E4D415}"/>
              </a:ext>
            </a:extLst>
          </p:cNvPr>
          <p:cNvSpPr>
            <a:spLocks xmlns:a="http://schemas.openxmlformats.org/drawingml/2006/main" noGrp="1"/>
          </p:cNvSpPr>
          <p:nvPr>
            <p:ph type="title" idx="0"/>
          </p:nvPr>
        </p:nvSpPr>
        <p:spPr>
          <a:xfrm xmlns:a="http://schemas.openxmlformats.org/drawingml/2006/main">
            <a:off x="990600" y="1371600"/>
            <a:ext cx="6858000" cy="808038"/>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Title Text</a:t>
            </a:r>
          </a:p>
        </p:txBody>
      </p:sp>
      <p:sp>
        <p:nvSpPr>
          <p:cNvPr id="15" name="Body Level One…">
            <a:extLst xmlns:a="http://schemas.openxmlformats.org/drawingml/2006/main">
              <a:ext uri="{FF2B5EF4-FFF2-40B4-BE49-F238E27FC236}">
                <a16:creationId xmlns:a16="http://schemas.microsoft.com/office/drawing/2014/main" id="{DEE93827-01D7-418E-AC64-3CF2C1AF70CE}"/>
              </a:ext>
            </a:extLst>
          </p:cNvPr>
          <p:cNvSpPr>
            <a:spLocks xmlns:a="http://schemas.openxmlformats.org/drawingml/2006/main" noGrp="1"/>
          </p:cNvSpPr>
          <p:nvPr>
            <p:ph type="body" idx="1"/>
          </p:nvPr>
        </p:nvSpPr>
        <p:spPr>
          <a:xfrm xmlns:a="http://schemas.openxmlformats.org/drawingml/2006/main">
            <a:off x="914400" y="2362200"/>
            <a:ext cx="7315200" cy="3763963"/>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16" name="Slide Number">
            <a:extLst xmlns:a="http://schemas.openxmlformats.org/drawingml/2006/main">
              <a:ext uri="{FF2B5EF4-FFF2-40B4-BE49-F238E27FC236}">
                <a16:creationId xmlns:a16="http://schemas.microsoft.com/office/drawing/2014/main" id="{7757E864-9FD0-45E8-84A0-85663532E9FD}"/>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Tree>
  </p:cSld>
</p:sldLayout>
</file>

<file path=ppt/slideLayouts/slideLayout2.xml><?xml version="1.0" encoding="utf-8"?>
<p:sldLayout xmlns:p="http://schemas.openxmlformats.org/presentationml/2006/main" showMasterSp="0">
  <p:cSld name="Default">
    <p:spTree>
      <p:nvGrpSpPr>
        <p:cNvPr id="1" name=""/>
        <p:cNvGrpSpPr/>
        <p:nvPr/>
      </p:nvGrpSpPr>
      <p:grpSpPr>
        <a:xfrm xmlns:a="http://schemas.openxmlformats.org/drawingml/2006/main"/>
      </p:grpSpPr>
      <p:sp>
        <p:nvSpPr>
          <p:cNvPr id="23" name="Rounded Rectangle">
            <a:extLst xmlns:a="http://schemas.openxmlformats.org/drawingml/2006/main">
              <a:ext uri="{FF2B5EF4-FFF2-40B4-BE49-F238E27FC236}">
                <a16:creationId xmlns:a16="http://schemas.microsoft.com/office/drawing/2014/main" id="{3B6F7BBF-3FF3-4911-A290-C9648770964A}"/>
              </a:ext>
            </a:extLst>
          </p:cNvPr>
          <p:cNvSpPr>
            <a:spLocks xmlns:a="http://schemas.openxmlformats.org/drawingml/2006/main" noGrp="1"/>
          </p:cNvSpPr>
          <p:nvPr/>
        </p:nvSpPr>
        <p:spPr>
          <a:xfrm xmlns:a="http://schemas.openxmlformats.org/drawingml/2006/main">
            <a:off x="381000" y="1143000"/>
            <a:ext cx="8458200" cy="5181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8575">
            <a:solidFill>
              <a:srgbClr val="6699FF"/>
            </a:solidFill>
          </a:ln>
        </p:spPr>
        <p:txBody>
          <a:bodyPr xmlns:a="http://schemas.openxmlformats.org/drawingml/2006/main" lIns="45719" rIns="45719" anchor="ctr"/>
          <a:lstStyle xmlns:a="http://schemas.openxmlformats.org/drawingml/2006/main"/>
          <a:p xmlns:a="http://schemas.openxmlformats.org/drawingml/2006/main">
            <a:pPr algn="ctr">
              <a:buNone/>
              <a:defRPr sz="2800">
                <a:solidFill>
                  <a:srgbClr val="0000FF"/>
                </a:solidFill>
                <a:latin typeface="+mn-lt"/>
                <a:ea typeface="+mn-lt"/>
                <a:cs typeface="+mn-lt"/>
              </a:defRPr>
            </a:pPr>
            <a:endParaRPr/>
          </a:p>
        </p:txBody>
      </p:sp>
      <p:pic>
        <p:nvPicPr>
          <p:cNvPr id="24" name="collegelogo">
            <a:extLst xmlns:a="http://schemas.openxmlformats.org/drawingml/2006/main">
              <a:ext uri="{FF2B5EF4-FFF2-40B4-BE49-F238E27FC236}">
                <a16:creationId xmlns:a16="http://schemas.microsoft.com/office/drawing/2014/main" id="{1982A886-9643-4A17-A0B9-4F4243689725}"/>
              </a:ext>
            </a:extLst>
          </p:cNvPr>
          <p:cNvPicPr>
            <a:picLocks xmlns:a="http://schemas.openxmlformats.org/drawingml/2006/main" noChangeAspect="1"/>
          </p:cNvPicPr>
          <p:nvPr/>
        </p:nvPicPr>
        <p:blipFill>
          <a:blip xmlns:r="http://schemas.openxmlformats.org/officeDocument/2006/relationships" xmlns:a="http://schemas.openxmlformats.org/drawingml/2006/main" r:embed="R0593046b980e4276"/>
          <a:stretch xmlns:a="http://schemas.openxmlformats.org/drawingml/2006/main">
            <a:fillRect l="0" t="0" r="0" b="0"/>
          </a:stretch>
        </p:blipFill>
        <p:spPr>
          <a:xfrm xmlns:a="http://schemas.openxmlformats.org/drawingml/2006/main">
            <a:off x="381000" y="76200"/>
            <a:ext cx="792163" cy="914400"/>
          </a:xfrm>
          <a:prstGeom xmlns:a="http://schemas.openxmlformats.org/drawingml/2006/main" prst="rect">
            <a:avLst/>
          </a:prstGeom>
          <a:ln xmlns:a="http://schemas.openxmlformats.org/drawingml/2006/main" w="12700">
            <a:miter/>
          </a:ln>
        </p:spPr>
      </p:pic>
      <p:sp>
        <p:nvSpPr>
          <p:cNvPr id="25" name="Text">
            <a:extLst xmlns:a="http://schemas.openxmlformats.org/drawingml/2006/main">
              <a:ext uri="{FF2B5EF4-FFF2-40B4-BE49-F238E27FC236}">
                <a16:creationId xmlns:a16="http://schemas.microsoft.com/office/drawing/2014/main" id="{B1CE9680-56A2-4C15-89B8-35455CA10645}"/>
              </a:ext>
            </a:extLst>
          </p:cNvPr>
          <p:cNvSpPr>
            <a:spLocks xmlns:a="http://schemas.openxmlformats.org/drawingml/2006/main" noGrp="1"/>
          </p:cNvSpPr>
          <p:nvPr/>
        </p:nvSpPr>
        <p:spPr>
          <a:xfrm xmlns:a="http://schemas.openxmlformats.org/drawingml/2006/main">
            <a:off x="1264919" y="304800"/>
            <a:ext cx="6918961" cy="350662"/>
          </a:xfrm>
          <a:prstGeom xmlns:a="http://schemas.openxmlformats.org/drawingml/2006/main" prst="rect">
            <a:avLst/>
          </a:prstGeom>
          <a:ln xmlns:a="http://schemas.openxmlformats.org/drawingml/2006/main" w="12700">
            <a:miter/>
          </a:ln>
        </p:spPr>
        <p:txBody>
          <a:bodyPr xmlns:a="http://schemas.openxmlformats.org/drawingml/2006/main" lIns="45719" rIns="45719">
            <a:spAutoFit/>
          </a:bodyPr>
          <a:lstStyle xmlns:a="http://schemas.openxmlformats.org/drawingml/2006/main">
            <a:lvl1pPr>
              <a:buNone/>
              <a:defRPr sz="1800" b="1">
                <a:latin typeface="+mn-lt"/>
                <a:ea typeface="+mn-lt"/>
                <a:cs typeface="+mn-lt"/>
              </a:defRPr>
            </a:lvl1pPr>
          </a:lstStyle>
          <a:p xmlns:a="http://schemas.openxmlformats.org/drawingml/2006/main">
            <a:r>
              <a:t>                       </a:t>
            </a:r>
          </a:p>
        </p:txBody>
      </p:sp>
      <p:sp>
        <p:nvSpPr>
          <p:cNvPr id="26" name="Title Text">
            <a:extLst xmlns:a="http://schemas.openxmlformats.org/drawingml/2006/main">
              <a:ext uri="{FF2B5EF4-FFF2-40B4-BE49-F238E27FC236}">
                <a16:creationId xmlns:a16="http://schemas.microsoft.com/office/drawing/2014/main" id="{E7E96744-900B-4295-A031-897B4BF5C145}"/>
              </a:ext>
            </a:extLst>
          </p:cNvPr>
          <p:cNvSpPr>
            <a:spLocks xmlns:a="http://schemas.openxmlformats.org/drawingml/2006/main" noGrp="1"/>
          </p:cNvSpPr>
          <p:nvPr>
            <p:ph type="title" idx="0"/>
          </p:nvPr>
        </p:nvSpPr>
        <p:spPr>
          <a:xfrm xmlns:a="http://schemas.openxmlformats.org/drawingml/2006/main">
            <a:off x="990600" y="1371600"/>
            <a:ext cx="6858000" cy="808038"/>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Title Text</a:t>
            </a:r>
          </a:p>
        </p:txBody>
      </p:sp>
      <p:sp>
        <p:nvSpPr>
          <p:cNvPr id="27" name="Body Level One…">
            <a:extLst xmlns:a="http://schemas.openxmlformats.org/drawingml/2006/main">
              <a:ext uri="{FF2B5EF4-FFF2-40B4-BE49-F238E27FC236}">
                <a16:creationId xmlns:a16="http://schemas.microsoft.com/office/drawing/2014/main" id="{62FB9BA7-6CEB-4BCC-B205-8F3252A93A39}"/>
              </a:ext>
            </a:extLst>
          </p:cNvPr>
          <p:cNvSpPr>
            <a:spLocks xmlns:a="http://schemas.openxmlformats.org/drawingml/2006/main" noGrp="1"/>
          </p:cNvSpPr>
          <p:nvPr>
            <p:ph type="body" idx="1"/>
          </p:nvPr>
        </p:nvSpPr>
        <p:spPr>
          <a:xfrm xmlns:a="http://schemas.openxmlformats.org/drawingml/2006/main">
            <a:off x="914400" y="2362200"/>
            <a:ext cx="7315200" cy="3763963"/>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28" name="Slide Number">
            <a:extLst xmlns:a="http://schemas.openxmlformats.org/drawingml/2006/main">
              <a:ext uri="{FF2B5EF4-FFF2-40B4-BE49-F238E27FC236}">
                <a16:creationId xmlns:a16="http://schemas.microsoft.com/office/drawing/2014/main" id="{BECD0F71-3B5E-4C6F-A34D-EDE4965D846E}"/>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Tree>
  </p:cSld>
</p:sldLayout>
</file>

<file path=ppt/slideLayouts/slideLayout3.xml><?xml version="1.0" encoding="utf-8"?>
<p:sldLayout xmlns:p="http://schemas.openxmlformats.org/presentationml/2006/main" showMasterSp="0">
  <p:cSld name="Default">
    <p:spTree>
      <p:nvGrpSpPr>
        <p:cNvPr id="1" name=""/>
        <p:cNvGrpSpPr/>
        <p:nvPr/>
      </p:nvGrpSpPr>
      <p:grpSpPr>
        <a:xfrm xmlns:a="http://schemas.openxmlformats.org/drawingml/2006/main"/>
      </p:grpSpPr>
      <p:sp>
        <p:nvSpPr>
          <p:cNvPr id="35" name="Rounded Rectangle">
            <a:extLst xmlns:a="http://schemas.openxmlformats.org/drawingml/2006/main">
              <a:ext uri="{FF2B5EF4-FFF2-40B4-BE49-F238E27FC236}">
                <a16:creationId xmlns:a16="http://schemas.microsoft.com/office/drawing/2014/main" id="{53C05B39-5B6D-4B67-8F62-E2161CBF697E}"/>
              </a:ext>
            </a:extLst>
          </p:cNvPr>
          <p:cNvSpPr>
            <a:spLocks xmlns:a="http://schemas.openxmlformats.org/drawingml/2006/main" noGrp="1"/>
          </p:cNvSpPr>
          <p:nvPr/>
        </p:nvSpPr>
        <p:spPr>
          <a:xfrm xmlns:a="http://schemas.openxmlformats.org/drawingml/2006/main">
            <a:off x="381000" y="1143000"/>
            <a:ext cx="8458200" cy="5181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8575">
            <a:solidFill>
              <a:srgbClr val="6699FF"/>
            </a:solidFill>
          </a:ln>
        </p:spPr>
        <p:txBody>
          <a:bodyPr xmlns:a="http://schemas.openxmlformats.org/drawingml/2006/main" lIns="45719" rIns="45719" anchor="ctr"/>
          <a:lstStyle xmlns:a="http://schemas.openxmlformats.org/drawingml/2006/main"/>
          <a:p xmlns:a="http://schemas.openxmlformats.org/drawingml/2006/main">
            <a:pPr algn="ctr">
              <a:buNone/>
              <a:defRPr sz="2800">
                <a:solidFill>
                  <a:srgbClr val="0000FF"/>
                </a:solidFill>
                <a:latin typeface="+mn-lt"/>
                <a:ea typeface="+mn-lt"/>
                <a:cs typeface="+mn-lt"/>
              </a:defRPr>
            </a:pPr>
            <a:endParaRPr/>
          </a:p>
        </p:txBody>
      </p:sp>
      <p:pic>
        <p:nvPicPr>
          <p:cNvPr id="36" name="collegelogo">
            <a:extLst xmlns:a="http://schemas.openxmlformats.org/drawingml/2006/main">
              <a:ext uri="{FF2B5EF4-FFF2-40B4-BE49-F238E27FC236}">
                <a16:creationId xmlns:a16="http://schemas.microsoft.com/office/drawing/2014/main" id="{41E691C1-F121-41B5-92FB-7405BD7ADA3F}"/>
              </a:ext>
            </a:extLst>
          </p:cNvPr>
          <p:cNvPicPr>
            <a:picLocks xmlns:a="http://schemas.openxmlformats.org/drawingml/2006/main" noChangeAspect="1"/>
          </p:cNvPicPr>
          <p:nvPr/>
        </p:nvPicPr>
        <p:blipFill>
          <a:blip xmlns:r="http://schemas.openxmlformats.org/officeDocument/2006/relationships" xmlns:a="http://schemas.openxmlformats.org/drawingml/2006/main" r:embed="Rf0c076a9f800497c"/>
          <a:stretch xmlns:a="http://schemas.openxmlformats.org/drawingml/2006/main">
            <a:fillRect l="0" t="0" r="0" b="0"/>
          </a:stretch>
        </p:blipFill>
        <p:spPr>
          <a:xfrm xmlns:a="http://schemas.openxmlformats.org/drawingml/2006/main">
            <a:off x="381000" y="76200"/>
            <a:ext cx="792163" cy="914400"/>
          </a:xfrm>
          <a:prstGeom xmlns:a="http://schemas.openxmlformats.org/drawingml/2006/main" prst="rect">
            <a:avLst/>
          </a:prstGeom>
          <a:ln xmlns:a="http://schemas.openxmlformats.org/drawingml/2006/main" w="12700">
            <a:miter/>
          </a:ln>
        </p:spPr>
      </p:pic>
      <p:sp>
        <p:nvSpPr>
          <p:cNvPr id="37" name="Text">
            <a:extLst xmlns:a="http://schemas.openxmlformats.org/drawingml/2006/main">
              <a:ext uri="{FF2B5EF4-FFF2-40B4-BE49-F238E27FC236}">
                <a16:creationId xmlns:a16="http://schemas.microsoft.com/office/drawing/2014/main" id="{6DF154B7-F976-4899-906A-C5E0A122D60D}"/>
              </a:ext>
            </a:extLst>
          </p:cNvPr>
          <p:cNvSpPr>
            <a:spLocks xmlns:a="http://schemas.openxmlformats.org/drawingml/2006/main" noGrp="1"/>
          </p:cNvSpPr>
          <p:nvPr/>
        </p:nvSpPr>
        <p:spPr>
          <a:xfrm xmlns:a="http://schemas.openxmlformats.org/drawingml/2006/main">
            <a:off x="1264919" y="304800"/>
            <a:ext cx="6918961" cy="350662"/>
          </a:xfrm>
          <a:prstGeom xmlns:a="http://schemas.openxmlformats.org/drawingml/2006/main" prst="rect">
            <a:avLst/>
          </a:prstGeom>
          <a:ln xmlns:a="http://schemas.openxmlformats.org/drawingml/2006/main" w="12700">
            <a:miter/>
          </a:ln>
        </p:spPr>
        <p:txBody>
          <a:bodyPr xmlns:a="http://schemas.openxmlformats.org/drawingml/2006/main" lIns="45719" rIns="45719">
            <a:spAutoFit/>
          </a:bodyPr>
          <a:lstStyle xmlns:a="http://schemas.openxmlformats.org/drawingml/2006/main">
            <a:lvl1pPr>
              <a:buNone/>
              <a:defRPr sz="1800" b="1">
                <a:latin typeface="+mn-lt"/>
                <a:ea typeface="+mn-lt"/>
                <a:cs typeface="+mn-lt"/>
              </a:defRPr>
            </a:lvl1pPr>
          </a:lstStyle>
          <a:p xmlns:a="http://schemas.openxmlformats.org/drawingml/2006/main">
            <a:r>
              <a:t>                       </a:t>
            </a:r>
          </a:p>
        </p:txBody>
      </p:sp>
      <p:sp>
        <p:nvSpPr>
          <p:cNvPr id="38" name="Title Text">
            <a:extLst xmlns:a="http://schemas.openxmlformats.org/drawingml/2006/main">
              <a:ext uri="{FF2B5EF4-FFF2-40B4-BE49-F238E27FC236}">
                <a16:creationId xmlns:a16="http://schemas.microsoft.com/office/drawing/2014/main" id="{4F3CD74F-643D-4156-8C5F-48B09718A92D}"/>
              </a:ext>
            </a:extLst>
          </p:cNvPr>
          <p:cNvSpPr>
            <a:spLocks xmlns:a="http://schemas.openxmlformats.org/drawingml/2006/main" noGrp="1"/>
          </p:cNvSpPr>
          <p:nvPr>
            <p:ph type="title" idx="0"/>
          </p:nvPr>
        </p:nvSpPr>
        <p:spPr>
          <a:xfrm xmlns:a="http://schemas.openxmlformats.org/drawingml/2006/main">
            <a:off x="990600" y="1371600"/>
            <a:ext cx="6858000" cy="808038"/>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Title Text</a:t>
            </a:r>
          </a:p>
        </p:txBody>
      </p:sp>
      <p:sp>
        <p:nvSpPr>
          <p:cNvPr id="39" name="Body Level One…">
            <a:extLst xmlns:a="http://schemas.openxmlformats.org/drawingml/2006/main">
              <a:ext uri="{FF2B5EF4-FFF2-40B4-BE49-F238E27FC236}">
                <a16:creationId xmlns:a16="http://schemas.microsoft.com/office/drawing/2014/main" id="{86131B19-1645-4862-89A5-FEA68FFFBAA0}"/>
              </a:ext>
            </a:extLst>
          </p:cNvPr>
          <p:cNvSpPr>
            <a:spLocks xmlns:a="http://schemas.openxmlformats.org/drawingml/2006/main" noGrp="1"/>
          </p:cNvSpPr>
          <p:nvPr>
            <p:ph type="body" idx="1"/>
          </p:nvPr>
        </p:nvSpPr>
        <p:spPr>
          <a:xfrm xmlns:a="http://schemas.openxmlformats.org/drawingml/2006/main">
            <a:off x="914400" y="2362200"/>
            <a:ext cx="7315200" cy="3763963"/>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40" name="Slide Number">
            <a:extLst xmlns:a="http://schemas.openxmlformats.org/drawingml/2006/main">
              <a:ext uri="{FF2B5EF4-FFF2-40B4-BE49-F238E27FC236}">
                <a16:creationId xmlns:a16="http://schemas.microsoft.com/office/drawing/2014/main" id="{1689B23C-22CA-4C40-8004-84971EF501B3}"/>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Tree>
  </p:cSld>
</p:sldLayout>
</file>

<file path=ppt/slideLayouts/slideLayout4.xml><?xml version="1.0" encoding="utf-8"?>
<p:sldLayout xmlns:p="http://schemas.openxmlformats.org/presentationml/2006/main" showMasterSp="0">
  <p:cSld name="Default">
    <p:spTree>
      <p:nvGrpSpPr>
        <p:cNvPr id="1" name=""/>
        <p:cNvGrpSpPr/>
        <p:nvPr/>
      </p:nvGrpSpPr>
      <p:grpSpPr>
        <a:xfrm xmlns:a="http://schemas.openxmlformats.org/drawingml/2006/main"/>
      </p:grpSpPr>
      <p:sp>
        <p:nvSpPr>
          <p:cNvPr id="47" name="Rounded Rectangle">
            <a:extLst xmlns:a="http://schemas.openxmlformats.org/drawingml/2006/main">
              <a:ext uri="{FF2B5EF4-FFF2-40B4-BE49-F238E27FC236}">
                <a16:creationId xmlns:a16="http://schemas.microsoft.com/office/drawing/2014/main" id="{959E22EB-DD96-4A7B-B4A8-9DB782DC4AFE}"/>
              </a:ext>
            </a:extLst>
          </p:cNvPr>
          <p:cNvSpPr>
            <a:spLocks xmlns:a="http://schemas.openxmlformats.org/drawingml/2006/main" noGrp="1"/>
          </p:cNvSpPr>
          <p:nvPr/>
        </p:nvSpPr>
        <p:spPr>
          <a:xfrm xmlns:a="http://schemas.openxmlformats.org/drawingml/2006/main">
            <a:off x="381000" y="1143000"/>
            <a:ext cx="8458200" cy="5181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8575">
            <a:solidFill>
              <a:srgbClr val="6699FF"/>
            </a:solidFill>
          </a:ln>
        </p:spPr>
        <p:txBody>
          <a:bodyPr xmlns:a="http://schemas.openxmlformats.org/drawingml/2006/main" lIns="45719" rIns="45719" anchor="ctr"/>
          <a:lstStyle xmlns:a="http://schemas.openxmlformats.org/drawingml/2006/main"/>
          <a:p xmlns:a="http://schemas.openxmlformats.org/drawingml/2006/main">
            <a:pPr algn="ctr">
              <a:buNone/>
              <a:defRPr sz="2800">
                <a:solidFill>
                  <a:srgbClr val="0000FF"/>
                </a:solidFill>
                <a:latin typeface="+mn-lt"/>
                <a:ea typeface="+mn-lt"/>
                <a:cs typeface="+mn-lt"/>
              </a:defRPr>
            </a:pPr>
            <a:endParaRPr/>
          </a:p>
        </p:txBody>
      </p:sp>
      <p:pic>
        <p:nvPicPr>
          <p:cNvPr id="48" name="collegelogo">
            <a:extLst xmlns:a="http://schemas.openxmlformats.org/drawingml/2006/main">
              <a:ext uri="{FF2B5EF4-FFF2-40B4-BE49-F238E27FC236}">
                <a16:creationId xmlns:a16="http://schemas.microsoft.com/office/drawing/2014/main" id="{7D70818C-158F-4D45-BD2B-9C72615E9710}"/>
              </a:ext>
            </a:extLst>
          </p:cNvPr>
          <p:cNvPicPr>
            <a:picLocks xmlns:a="http://schemas.openxmlformats.org/drawingml/2006/main" noChangeAspect="1"/>
          </p:cNvPicPr>
          <p:nvPr/>
        </p:nvPicPr>
        <p:blipFill>
          <a:blip xmlns:r="http://schemas.openxmlformats.org/officeDocument/2006/relationships" xmlns:a="http://schemas.openxmlformats.org/drawingml/2006/main" r:embed="Rb070d0269eca498b"/>
          <a:stretch xmlns:a="http://schemas.openxmlformats.org/drawingml/2006/main">
            <a:fillRect l="0" t="0" r="0" b="0"/>
          </a:stretch>
        </p:blipFill>
        <p:spPr>
          <a:xfrm xmlns:a="http://schemas.openxmlformats.org/drawingml/2006/main">
            <a:off x="381000" y="76200"/>
            <a:ext cx="792163" cy="914400"/>
          </a:xfrm>
          <a:prstGeom xmlns:a="http://schemas.openxmlformats.org/drawingml/2006/main" prst="rect">
            <a:avLst/>
          </a:prstGeom>
          <a:ln xmlns:a="http://schemas.openxmlformats.org/drawingml/2006/main" w="12700">
            <a:miter/>
          </a:ln>
        </p:spPr>
      </p:pic>
      <p:sp>
        <p:nvSpPr>
          <p:cNvPr id="49" name="Text">
            <a:extLst xmlns:a="http://schemas.openxmlformats.org/drawingml/2006/main">
              <a:ext uri="{FF2B5EF4-FFF2-40B4-BE49-F238E27FC236}">
                <a16:creationId xmlns:a16="http://schemas.microsoft.com/office/drawing/2014/main" id="{2BD973BE-F01E-4264-A627-B0225BB46DA3}"/>
              </a:ext>
            </a:extLst>
          </p:cNvPr>
          <p:cNvSpPr>
            <a:spLocks xmlns:a="http://schemas.openxmlformats.org/drawingml/2006/main" noGrp="1"/>
          </p:cNvSpPr>
          <p:nvPr/>
        </p:nvSpPr>
        <p:spPr>
          <a:xfrm xmlns:a="http://schemas.openxmlformats.org/drawingml/2006/main">
            <a:off x="1264919" y="304800"/>
            <a:ext cx="6918961" cy="350662"/>
          </a:xfrm>
          <a:prstGeom xmlns:a="http://schemas.openxmlformats.org/drawingml/2006/main" prst="rect">
            <a:avLst/>
          </a:prstGeom>
          <a:ln xmlns:a="http://schemas.openxmlformats.org/drawingml/2006/main" w="12700">
            <a:miter/>
          </a:ln>
        </p:spPr>
        <p:txBody>
          <a:bodyPr xmlns:a="http://schemas.openxmlformats.org/drawingml/2006/main" lIns="45719" rIns="45719">
            <a:spAutoFit/>
          </a:bodyPr>
          <a:lstStyle xmlns:a="http://schemas.openxmlformats.org/drawingml/2006/main">
            <a:lvl1pPr>
              <a:buNone/>
              <a:defRPr sz="1800" b="1">
                <a:latin typeface="+mn-lt"/>
                <a:ea typeface="+mn-lt"/>
                <a:cs typeface="+mn-lt"/>
              </a:defRPr>
            </a:lvl1pPr>
          </a:lstStyle>
          <a:p xmlns:a="http://schemas.openxmlformats.org/drawingml/2006/main">
            <a:r>
              <a:t>                       </a:t>
            </a:r>
          </a:p>
        </p:txBody>
      </p:sp>
      <p:sp>
        <p:nvSpPr>
          <p:cNvPr id="50" name="Title Text">
            <a:extLst xmlns:a="http://schemas.openxmlformats.org/drawingml/2006/main">
              <a:ext uri="{FF2B5EF4-FFF2-40B4-BE49-F238E27FC236}">
                <a16:creationId xmlns:a16="http://schemas.microsoft.com/office/drawing/2014/main" id="{3CD6400E-E599-4E22-B7E0-C9B2440CD0B2}"/>
              </a:ext>
            </a:extLst>
          </p:cNvPr>
          <p:cNvSpPr>
            <a:spLocks xmlns:a="http://schemas.openxmlformats.org/drawingml/2006/main" noGrp="1"/>
          </p:cNvSpPr>
          <p:nvPr>
            <p:ph type="title" idx="0"/>
          </p:nvPr>
        </p:nvSpPr>
        <p:spPr>
          <a:xfrm xmlns:a="http://schemas.openxmlformats.org/drawingml/2006/main">
            <a:off x="990600" y="1371600"/>
            <a:ext cx="6858000" cy="808038"/>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Title Text</a:t>
            </a:r>
          </a:p>
        </p:txBody>
      </p:sp>
      <p:sp>
        <p:nvSpPr>
          <p:cNvPr id="51" name="Body Level One…">
            <a:extLst xmlns:a="http://schemas.openxmlformats.org/drawingml/2006/main">
              <a:ext uri="{FF2B5EF4-FFF2-40B4-BE49-F238E27FC236}">
                <a16:creationId xmlns:a16="http://schemas.microsoft.com/office/drawing/2014/main" id="{C8020474-68E7-47AA-B324-4B5C32A2FDF9}"/>
              </a:ext>
            </a:extLst>
          </p:cNvPr>
          <p:cNvSpPr>
            <a:spLocks xmlns:a="http://schemas.openxmlformats.org/drawingml/2006/main" noGrp="1"/>
          </p:cNvSpPr>
          <p:nvPr>
            <p:ph type="body" idx="1"/>
          </p:nvPr>
        </p:nvSpPr>
        <p:spPr>
          <a:xfrm xmlns:a="http://schemas.openxmlformats.org/drawingml/2006/main">
            <a:off x="914400" y="2362200"/>
            <a:ext cx="7315200" cy="3763963"/>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52" name="Slide Number">
            <a:extLst xmlns:a="http://schemas.openxmlformats.org/drawingml/2006/main">
              <a:ext uri="{FF2B5EF4-FFF2-40B4-BE49-F238E27FC236}">
                <a16:creationId xmlns:a16="http://schemas.microsoft.com/office/drawing/2014/main" id="{590B237C-3523-4042-851C-443A7E73422F}"/>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Tree>
  </p:cSld>
</p:sldLayout>
</file>

<file path=ppt/slideLayouts/slideLayout5.xml><?xml version="1.0" encoding="utf-8"?>
<p:sldLayout xmlns:p="http://schemas.openxmlformats.org/presentationml/2006/main" showMasterSp="0">
  <p:cSld name="Default">
    <p:spTree>
      <p:nvGrpSpPr>
        <p:cNvPr id="1" name=""/>
        <p:cNvGrpSpPr/>
        <p:nvPr/>
      </p:nvGrpSpPr>
      <p:grpSpPr>
        <a:xfrm xmlns:a="http://schemas.openxmlformats.org/drawingml/2006/main"/>
      </p:grpSpPr>
      <p:sp>
        <p:nvSpPr>
          <p:cNvPr id="59" name="Rounded Rectangle">
            <a:extLst xmlns:a="http://schemas.openxmlformats.org/drawingml/2006/main">
              <a:ext uri="{FF2B5EF4-FFF2-40B4-BE49-F238E27FC236}">
                <a16:creationId xmlns:a16="http://schemas.microsoft.com/office/drawing/2014/main" id="{6B30A122-1CC5-4BD7-BFFA-A1FC5F05D0DF}"/>
              </a:ext>
            </a:extLst>
          </p:cNvPr>
          <p:cNvSpPr>
            <a:spLocks xmlns:a="http://schemas.openxmlformats.org/drawingml/2006/main" noGrp="1"/>
          </p:cNvSpPr>
          <p:nvPr/>
        </p:nvSpPr>
        <p:spPr>
          <a:xfrm xmlns:a="http://schemas.openxmlformats.org/drawingml/2006/main">
            <a:off x="381000" y="1143000"/>
            <a:ext cx="8458200" cy="5181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8575">
            <a:solidFill>
              <a:srgbClr val="6699FF"/>
            </a:solidFill>
          </a:ln>
        </p:spPr>
        <p:txBody>
          <a:bodyPr xmlns:a="http://schemas.openxmlformats.org/drawingml/2006/main" lIns="45719" rIns="45719" anchor="ctr"/>
          <a:lstStyle xmlns:a="http://schemas.openxmlformats.org/drawingml/2006/main"/>
          <a:p xmlns:a="http://schemas.openxmlformats.org/drawingml/2006/main">
            <a:pPr algn="ctr">
              <a:buNone/>
              <a:defRPr sz="2800">
                <a:solidFill>
                  <a:srgbClr val="0000FF"/>
                </a:solidFill>
                <a:latin typeface="+mn-lt"/>
                <a:ea typeface="+mn-lt"/>
                <a:cs typeface="+mn-lt"/>
              </a:defRPr>
            </a:pPr>
            <a:endParaRPr/>
          </a:p>
        </p:txBody>
      </p:sp>
      <p:pic>
        <p:nvPicPr>
          <p:cNvPr id="60" name="collegelogo">
            <a:extLst xmlns:a="http://schemas.openxmlformats.org/drawingml/2006/main">
              <a:ext uri="{FF2B5EF4-FFF2-40B4-BE49-F238E27FC236}">
                <a16:creationId xmlns:a16="http://schemas.microsoft.com/office/drawing/2014/main" id="{5DF6147A-94A6-4D33-B0E7-555205FEC4A4}"/>
              </a:ext>
            </a:extLst>
          </p:cNvPr>
          <p:cNvPicPr>
            <a:picLocks xmlns:a="http://schemas.openxmlformats.org/drawingml/2006/main" noChangeAspect="1"/>
          </p:cNvPicPr>
          <p:nvPr/>
        </p:nvPicPr>
        <p:blipFill>
          <a:blip xmlns:r="http://schemas.openxmlformats.org/officeDocument/2006/relationships" xmlns:a="http://schemas.openxmlformats.org/drawingml/2006/main" r:embed="Rfe98d57144a84c6c"/>
          <a:stretch xmlns:a="http://schemas.openxmlformats.org/drawingml/2006/main">
            <a:fillRect l="0" t="0" r="0" b="0"/>
          </a:stretch>
        </p:blipFill>
        <p:spPr>
          <a:xfrm xmlns:a="http://schemas.openxmlformats.org/drawingml/2006/main">
            <a:off x="381000" y="76200"/>
            <a:ext cx="792163" cy="914400"/>
          </a:xfrm>
          <a:prstGeom xmlns:a="http://schemas.openxmlformats.org/drawingml/2006/main" prst="rect">
            <a:avLst/>
          </a:prstGeom>
          <a:ln xmlns:a="http://schemas.openxmlformats.org/drawingml/2006/main" w="12700">
            <a:miter/>
          </a:ln>
        </p:spPr>
      </p:pic>
      <p:sp>
        <p:nvSpPr>
          <p:cNvPr id="61" name="Text">
            <a:extLst xmlns:a="http://schemas.openxmlformats.org/drawingml/2006/main">
              <a:ext uri="{FF2B5EF4-FFF2-40B4-BE49-F238E27FC236}">
                <a16:creationId xmlns:a16="http://schemas.microsoft.com/office/drawing/2014/main" id="{2E26384E-2D80-4716-8F6B-5B48965A7895}"/>
              </a:ext>
            </a:extLst>
          </p:cNvPr>
          <p:cNvSpPr>
            <a:spLocks xmlns:a="http://schemas.openxmlformats.org/drawingml/2006/main" noGrp="1"/>
          </p:cNvSpPr>
          <p:nvPr/>
        </p:nvSpPr>
        <p:spPr>
          <a:xfrm xmlns:a="http://schemas.openxmlformats.org/drawingml/2006/main">
            <a:off x="1264919" y="304800"/>
            <a:ext cx="6918961" cy="350662"/>
          </a:xfrm>
          <a:prstGeom xmlns:a="http://schemas.openxmlformats.org/drawingml/2006/main" prst="rect">
            <a:avLst/>
          </a:prstGeom>
          <a:ln xmlns:a="http://schemas.openxmlformats.org/drawingml/2006/main" w="12700">
            <a:miter/>
          </a:ln>
        </p:spPr>
        <p:txBody>
          <a:bodyPr xmlns:a="http://schemas.openxmlformats.org/drawingml/2006/main" lIns="45719" rIns="45719">
            <a:spAutoFit/>
          </a:bodyPr>
          <a:lstStyle xmlns:a="http://schemas.openxmlformats.org/drawingml/2006/main">
            <a:lvl1pPr>
              <a:buNone/>
              <a:defRPr sz="1800" b="1">
                <a:latin typeface="+mn-lt"/>
                <a:ea typeface="+mn-lt"/>
                <a:cs typeface="+mn-lt"/>
              </a:defRPr>
            </a:lvl1pPr>
          </a:lstStyle>
          <a:p xmlns:a="http://schemas.openxmlformats.org/drawingml/2006/main">
            <a:r>
              <a:t>                       </a:t>
            </a:r>
          </a:p>
        </p:txBody>
      </p:sp>
      <p:sp>
        <p:nvSpPr>
          <p:cNvPr id="62" name="Title Text">
            <a:extLst xmlns:a="http://schemas.openxmlformats.org/drawingml/2006/main">
              <a:ext uri="{FF2B5EF4-FFF2-40B4-BE49-F238E27FC236}">
                <a16:creationId xmlns:a16="http://schemas.microsoft.com/office/drawing/2014/main" id="{4AEFEC61-EB26-4E5E-A07D-969AC4EB15FF}"/>
              </a:ext>
            </a:extLst>
          </p:cNvPr>
          <p:cNvSpPr>
            <a:spLocks xmlns:a="http://schemas.openxmlformats.org/drawingml/2006/main" noGrp="1"/>
          </p:cNvSpPr>
          <p:nvPr>
            <p:ph type="title" idx="0"/>
          </p:nvPr>
        </p:nvSpPr>
        <p:spPr>
          <a:xfrm xmlns:a="http://schemas.openxmlformats.org/drawingml/2006/main">
            <a:off x="990600" y="1371600"/>
            <a:ext cx="6858000" cy="808038"/>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Title Text</a:t>
            </a:r>
          </a:p>
        </p:txBody>
      </p:sp>
      <p:sp>
        <p:nvSpPr>
          <p:cNvPr id="63" name="Body Level One…">
            <a:extLst xmlns:a="http://schemas.openxmlformats.org/drawingml/2006/main">
              <a:ext uri="{FF2B5EF4-FFF2-40B4-BE49-F238E27FC236}">
                <a16:creationId xmlns:a16="http://schemas.microsoft.com/office/drawing/2014/main" id="{1B8425A6-395D-45BE-BE55-4486A6350908}"/>
              </a:ext>
            </a:extLst>
          </p:cNvPr>
          <p:cNvSpPr>
            <a:spLocks xmlns:a="http://schemas.openxmlformats.org/drawingml/2006/main" noGrp="1"/>
          </p:cNvSpPr>
          <p:nvPr>
            <p:ph type="body" idx="1"/>
          </p:nvPr>
        </p:nvSpPr>
        <p:spPr>
          <a:xfrm xmlns:a="http://schemas.openxmlformats.org/drawingml/2006/main">
            <a:off x="914400" y="2362200"/>
            <a:ext cx="7315200" cy="3763963"/>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64" name="Slide Number">
            <a:extLst xmlns:a="http://schemas.openxmlformats.org/drawingml/2006/main">
              <a:ext uri="{FF2B5EF4-FFF2-40B4-BE49-F238E27FC236}">
                <a16:creationId xmlns:a16="http://schemas.microsoft.com/office/drawing/2014/main" id="{8EAF7C89-A890-4783-92B3-CC475E0420F8}"/>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Tree>
  </p:cSld>
</p:sldLayout>
</file>

<file path=ppt/slideLayouts/slideLayout6.xml><?xml version="1.0" encoding="utf-8"?>
<p:sldLayout xmlns:p="http://schemas.openxmlformats.org/presentationml/2006/main" showMasterSp="0">
  <p:cSld name="Default">
    <p:spTree>
      <p:nvGrpSpPr>
        <p:cNvPr id="1" name=""/>
        <p:cNvGrpSpPr/>
        <p:nvPr/>
      </p:nvGrpSpPr>
      <p:grpSpPr>
        <a:xfrm xmlns:a="http://schemas.openxmlformats.org/drawingml/2006/main"/>
      </p:grpSpPr>
      <p:sp>
        <p:nvSpPr>
          <p:cNvPr id="71" name="Rounded Rectangle">
            <a:extLst xmlns:a="http://schemas.openxmlformats.org/drawingml/2006/main">
              <a:ext uri="{FF2B5EF4-FFF2-40B4-BE49-F238E27FC236}">
                <a16:creationId xmlns:a16="http://schemas.microsoft.com/office/drawing/2014/main" id="{9F2AC8E7-1E75-4844-B201-AC6282BE26F0}"/>
              </a:ext>
            </a:extLst>
          </p:cNvPr>
          <p:cNvSpPr>
            <a:spLocks xmlns:a="http://schemas.openxmlformats.org/drawingml/2006/main" noGrp="1"/>
          </p:cNvSpPr>
          <p:nvPr/>
        </p:nvSpPr>
        <p:spPr>
          <a:xfrm xmlns:a="http://schemas.openxmlformats.org/drawingml/2006/main">
            <a:off x="381000" y="1143000"/>
            <a:ext cx="8458200" cy="5181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8575">
            <a:solidFill>
              <a:srgbClr val="6699FF"/>
            </a:solidFill>
          </a:ln>
        </p:spPr>
        <p:txBody>
          <a:bodyPr xmlns:a="http://schemas.openxmlformats.org/drawingml/2006/main" lIns="45719" rIns="45719" anchor="ctr"/>
          <a:lstStyle xmlns:a="http://schemas.openxmlformats.org/drawingml/2006/main"/>
          <a:p xmlns:a="http://schemas.openxmlformats.org/drawingml/2006/main">
            <a:pPr algn="ctr">
              <a:buNone/>
              <a:defRPr sz="2800">
                <a:solidFill>
                  <a:srgbClr val="0000FF"/>
                </a:solidFill>
                <a:latin typeface="+mn-lt"/>
                <a:ea typeface="+mn-lt"/>
                <a:cs typeface="+mn-lt"/>
              </a:defRPr>
            </a:pPr>
            <a:endParaRPr/>
          </a:p>
        </p:txBody>
      </p:sp>
      <p:pic>
        <p:nvPicPr>
          <p:cNvPr id="72" name="collegelogo">
            <a:extLst xmlns:a="http://schemas.openxmlformats.org/drawingml/2006/main">
              <a:ext uri="{FF2B5EF4-FFF2-40B4-BE49-F238E27FC236}">
                <a16:creationId xmlns:a16="http://schemas.microsoft.com/office/drawing/2014/main" id="{504AF424-ABC8-45C6-8D88-91AD4BFC7812}"/>
              </a:ext>
            </a:extLst>
          </p:cNvPr>
          <p:cNvPicPr>
            <a:picLocks xmlns:a="http://schemas.openxmlformats.org/drawingml/2006/main" noChangeAspect="1"/>
          </p:cNvPicPr>
          <p:nvPr/>
        </p:nvPicPr>
        <p:blipFill>
          <a:blip xmlns:r="http://schemas.openxmlformats.org/officeDocument/2006/relationships" xmlns:a="http://schemas.openxmlformats.org/drawingml/2006/main" r:embed="Rc40975f9a2d24f8f"/>
          <a:stretch xmlns:a="http://schemas.openxmlformats.org/drawingml/2006/main">
            <a:fillRect l="0" t="0" r="0" b="0"/>
          </a:stretch>
        </p:blipFill>
        <p:spPr>
          <a:xfrm xmlns:a="http://schemas.openxmlformats.org/drawingml/2006/main">
            <a:off x="381000" y="76200"/>
            <a:ext cx="792163" cy="914400"/>
          </a:xfrm>
          <a:prstGeom xmlns:a="http://schemas.openxmlformats.org/drawingml/2006/main" prst="rect">
            <a:avLst/>
          </a:prstGeom>
          <a:ln xmlns:a="http://schemas.openxmlformats.org/drawingml/2006/main" w="12700">
            <a:miter/>
          </a:ln>
        </p:spPr>
      </p:pic>
      <p:sp>
        <p:nvSpPr>
          <p:cNvPr id="73" name="Text">
            <a:extLst xmlns:a="http://schemas.openxmlformats.org/drawingml/2006/main">
              <a:ext uri="{FF2B5EF4-FFF2-40B4-BE49-F238E27FC236}">
                <a16:creationId xmlns:a16="http://schemas.microsoft.com/office/drawing/2014/main" id="{A0FCE83D-5584-4073-A286-272BB1B57E78}"/>
              </a:ext>
            </a:extLst>
          </p:cNvPr>
          <p:cNvSpPr>
            <a:spLocks xmlns:a="http://schemas.openxmlformats.org/drawingml/2006/main" noGrp="1"/>
          </p:cNvSpPr>
          <p:nvPr/>
        </p:nvSpPr>
        <p:spPr>
          <a:xfrm xmlns:a="http://schemas.openxmlformats.org/drawingml/2006/main">
            <a:off x="1264919" y="304800"/>
            <a:ext cx="6918961" cy="350662"/>
          </a:xfrm>
          <a:prstGeom xmlns:a="http://schemas.openxmlformats.org/drawingml/2006/main" prst="rect">
            <a:avLst/>
          </a:prstGeom>
          <a:ln xmlns:a="http://schemas.openxmlformats.org/drawingml/2006/main" w="12700">
            <a:miter/>
          </a:ln>
        </p:spPr>
        <p:txBody>
          <a:bodyPr xmlns:a="http://schemas.openxmlformats.org/drawingml/2006/main" lIns="45719" rIns="45719">
            <a:spAutoFit/>
          </a:bodyPr>
          <a:lstStyle xmlns:a="http://schemas.openxmlformats.org/drawingml/2006/main">
            <a:lvl1pPr>
              <a:buNone/>
              <a:defRPr sz="1800" b="1">
                <a:latin typeface="+mn-lt"/>
                <a:ea typeface="+mn-lt"/>
                <a:cs typeface="+mn-lt"/>
              </a:defRPr>
            </a:lvl1pPr>
          </a:lstStyle>
          <a:p xmlns:a="http://schemas.openxmlformats.org/drawingml/2006/main">
            <a:r>
              <a:t>                       </a:t>
            </a:r>
          </a:p>
        </p:txBody>
      </p:sp>
      <p:sp>
        <p:nvSpPr>
          <p:cNvPr id="74" name="Title Text">
            <a:extLst xmlns:a="http://schemas.openxmlformats.org/drawingml/2006/main">
              <a:ext uri="{FF2B5EF4-FFF2-40B4-BE49-F238E27FC236}">
                <a16:creationId xmlns:a16="http://schemas.microsoft.com/office/drawing/2014/main" id="{DEC5D057-6382-4DA6-9D77-9B699C159F4D}"/>
              </a:ext>
            </a:extLst>
          </p:cNvPr>
          <p:cNvSpPr>
            <a:spLocks xmlns:a="http://schemas.openxmlformats.org/drawingml/2006/main" noGrp="1"/>
          </p:cNvSpPr>
          <p:nvPr>
            <p:ph type="title" idx="0"/>
          </p:nvPr>
        </p:nvSpPr>
        <p:spPr>
          <a:xfrm xmlns:a="http://schemas.openxmlformats.org/drawingml/2006/main">
            <a:off x="990600" y="1371600"/>
            <a:ext cx="6858000" cy="808038"/>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Title Text</a:t>
            </a:r>
          </a:p>
        </p:txBody>
      </p:sp>
      <p:sp>
        <p:nvSpPr>
          <p:cNvPr id="75" name="Body Level One…">
            <a:extLst xmlns:a="http://schemas.openxmlformats.org/drawingml/2006/main">
              <a:ext uri="{FF2B5EF4-FFF2-40B4-BE49-F238E27FC236}">
                <a16:creationId xmlns:a16="http://schemas.microsoft.com/office/drawing/2014/main" id="{440C2939-8F3F-405E-A999-4DEB67001DED}"/>
              </a:ext>
            </a:extLst>
          </p:cNvPr>
          <p:cNvSpPr>
            <a:spLocks xmlns:a="http://schemas.openxmlformats.org/drawingml/2006/main" noGrp="1"/>
          </p:cNvSpPr>
          <p:nvPr>
            <p:ph type="body" idx="1"/>
          </p:nvPr>
        </p:nvSpPr>
        <p:spPr>
          <a:xfrm xmlns:a="http://schemas.openxmlformats.org/drawingml/2006/main">
            <a:off x="914400" y="2362200"/>
            <a:ext cx="7315200" cy="3763963"/>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76" name="Slide Number">
            <a:extLst xmlns:a="http://schemas.openxmlformats.org/drawingml/2006/main">
              <a:ext uri="{FF2B5EF4-FFF2-40B4-BE49-F238E27FC236}">
                <a16:creationId xmlns:a16="http://schemas.microsoft.com/office/drawing/2014/main" id="{B5B4487A-4C2F-47EA-8B25-FB52A78D5FB9}"/>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Tree>
  </p:cSld>
</p:sldLayout>
</file>

<file path=ppt/slideLayouts/slideLayout7.xml><?xml version="1.0" encoding="utf-8"?>
<p:sldLayout xmlns:p="http://schemas.openxmlformats.org/presentationml/2006/main" showMasterSp="0">
  <p:cSld name="Default">
    <p:spTree>
      <p:nvGrpSpPr>
        <p:cNvPr id="1" name=""/>
        <p:cNvGrpSpPr/>
        <p:nvPr/>
      </p:nvGrpSpPr>
      <p:grpSpPr>
        <a:xfrm xmlns:a="http://schemas.openxmlformats.org/drawingml/2006/main"/>
      </p:grpSpPr>
      <p:sp>
        <p:nvSpPr>
          <p:cNvPr id="83" name="Rounded Rectangle">
            <a:extLst xmlns:a="http://schemas.openxmlformats.org/drawingml/2006/main">
              <a:ext uri="{FF2B5EF4-FFF2-40B4-BE49-F238E27FC236}">
                <a16:creationId xmlns:a16="http://schemas.microsoft.com/office/drawing/2014/main" id="{74D8239F-69E4-4082-999A-622FE99D92DA}"/>
              </a:ext>
            </a:extLst>
          </p:cNvPr>
          <p:cNvSpPr>
            <a:spLocks xmlns:a="http://schemas.openxmlformats.org/drawingml/2006/main" noGrp="1"/>
          </p:cNvSpPr>
          <p:nvPr/>
        </p:nvSpPr>
        <p:spPr>
          <a:xfrm xmlns:a="http://schemas.openxmlformats.org/drawingml/2006/main">
            <a:off x="381000" y="1143000"/>
            <a:ext cx="8458200" cy="5181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8575">
            <a:solidFill>
              <a:srgbClr val="6699FF"/>
            </a:solidFill>
          </a:ln>
        </p:spPr>
        <p:txBody>
          <a:bodyPr xmlns:a="http://schemas.openxmlformats.org/drawingml/2006/main" lIns="45719" rIns="45719" anchor="ctr"/>
          <a:lstStyle xmlns:a="http://schemas.openxmlformats.org/drawingml/2006/main"/>
          <a:p xmlns:a="http://schemas.openxmlformats.org/drawingml/2006/main">
            <a:pPr algn="ctr">
              <a:buNone/>
              <a:defRPr sz="2800">
                <a:solidFill>
                  <a:srgbClr val="0000FF"/>
                </a:solidFill>
                <a:latin typeface="+mn-lt"/>
                <a:ea typeface="+mn-lt"/>
                <a:cs typeface="+mn-lt"/>
              </a:defRPr>
            </a:pPr>
            <a:endParaRPr/>
          </a:p>
        </p:txBody>
      </p:sp>
      <p:pic>
        <p:nvPicPr>
          <p:cNvPr id="84" name="collegelogo">
            <a:extLst xmlns:a="http://schemas.openxmlformats.org/drawingml/2006/main">
              <a:ext uri="{FF2B5EF4-FFF2-40B4-BE49-F238E27FC236}">
                <a16:creationId xmlns:a16="http://schemas.microsoft.com/office/drawing/2014/main" id="{20D30D5D-D6DD-42B6-9FAC-C22DB197CBB9}"/>
              </a:ext>
            </a:extLst>
          </p:cNvPr>
          <p:cNvPicPr>
            <a:picLocks xmlns:a="http://schemas.openxmlformats.org/drawingml/2006/main" noChangeAspect="1"/>
          </p:cNvPicPr>
          <p:nvPr/>
        </p:nvPicPr>
        <p:blipFill>
          <a:blip xmlns:r="http://schemas.openxmlformats.org/officeDocument/2006/relationships" xmlns:a="http://schemas.openxmlformats.org/drawingml/2006/main" r:embed="Rfa138493499d41aa"/>
          <a:stretch xmlns:a="http://schemas.openxmlformats.org/drawingml/2006/main">
            <a:fillRect l="0" t="0" r="0" b="0"/>
          </a:stretch>
        </p:blipFill>
        <p:spPr>
          <a:xfrm xmlns:a="http://schemas.openxmlformats.org/drawingml/2006/main">
            <a:off x="381000" y="76200"/>
            <a:ext cx="792163" cy="914400"/>
          </a:xfrm>
          <a:prstGeom xmlns:a="http://schemas.openxmlformats.org/drawingml/2006/main" prst="rect">
            <a:avLst/>
          </a:prstGeom>
          <a:ln xmlns:a="http://schemas.openxmlformats.org/drawingml/2006/main" w="12700">
            <a:miter/>
          </a:ln>
        </p:spPr>
      </p:pic>
      <p:sp>
        <p:nvSpPr>
          <p:cNvPr id="85" name="Text">
            <a:extLst xmlns:a="http://schemas.openxmlformats.org/drawingml/2006/main">
              <a:ext uri="{FF2B5EF4-FFF2-40B4-BE49-F238E27FC236}">
                <a16:creationId xmlns:a16="http://schemas.microsoft.com/office/drawing/2014/main" id="{C22F30A7-17D6-4470-83DE-41627CBAB71F}"/>
              </a:ext>
            </a:extLst>
          </p:cNvPr>
          <p:cNvSpPr>
            <a:spLocks xmlns:a="http://schemas.openxmlformats.org/drawingml/2006/main" noGrp="1"/>
          </p:cNvSpPr>
          <p:nvPr/>
        </p:nvSpPr>
        <p:spPr>
          <a:xfrm xmlns:a="http://schemas.openxmlformats.org/drawingml/2006/main">
            <a:off x="1264919" y="304800"/>
            <a:ext cx="6918961" cy="350662"/>
          </a:xfrm>
          <a:prstGeom xmlns:a="http://schemas.openxmlformats.org/drawingml/2006/main" prst="rect">
            <a:avLst/>
          </a:prstGeom>
          <a:ln xmlns:a="http://schemas.openxmlformats.org/drawingml/2006/main" w="12700">
            <a:miter/>
          </a:ln>
        </p:spPr>
        <p:txBody>
          <a:bodyPr xmlns:a="http://schemas.openxmlformats.org/drawingml/2006/main" lIns="45719" rIns="45719">
            <a:spAutoFit/>
          </a:bodyPr>
          <a:lstStyle xmlns:a="http://schemas.openxmlformats.org/drawingml/2006/main">
            <a:lvl1pPr>
              <a:buNone/>
              <a:defRPr sz="1800" b="1">
                <a:latin typeface="+mn-lt"/>
                <a:ea typeface="+mn-lt"/>
                <a:cs typeface="+mn-lt"/>
              </a:defRPr>
            </a:lvl1pPr>
          </a:lstStyle>
          <a:p xmlns:a="http://schemas.openxmlformats.org/drawingml/2006/main">
            <a:r>
              <a:t>                       </a:t>
            </a:r>
          </a:p>
        </p:txBody>
      </p:sp>
      <p:sp>
        <p:nvSpPr>
          <p:cNvPr id="86" name="Title Text">
            <a:extLst xmlns:a="http://schemas.openxmlformats.org/drawingml/2006/main">
              <a:ext uri="{FF2B5EF4-FFF2-40B4-BE49-F238E27FC236}">
                <a16:creationId xmlns:a16="http://schemas.microsoft.com/office/drawing/2014/main" id="{8F524228-17EB-442D-BE9B-5F2370C17DC6}"/>
              </a:ext>
            </a:extLst>
          </p:cNvPr>
          <p:cNvSpPr>
            <a:spLocks xmlns:a="http://schemas.openxmlformats.org/drawingml/2006/main" noGrp="1"/>
          </p:cNvSpPr>
          <p:nvPr>
            <p:ph type="title" idx="0"/>
          </p:nvPr>
        </p:nvSpPr>
        <p:spPr>
          <a:xfrm xmlns:a="http://schemas.openxmlformats.org/drawingml/2006/main">
            <a:off x="990600" y="1371600"/>
            <a:ext cx="6858000" cy="808038"/>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Title Text</a:t>
            </a:r>
          </a:p>
        </p:txBody>
      </p:sp>
      <p:sp>
        <p:nvSpPr>
          <p:cNvPr id="87" name="Body Level One…">
            <a:extLst xmlns:a="http://schemas.openxmlformats.org/drawingml/2006/main">
              <a:ext uri="{FF2B5EF4-FFF2-40B4-BE49-F238E27FC236}">
                <a16:creationId xmlns:a16="http://schemas.microsoft.com/office/drawing/2014/main" id="{457BB738-3DD5-4BA8-8C3A-3EB2C1177965}"/>
              </a:ext>
            </a:extLst>
          </p:cNvPr>
          <p:cNvSpPr>
            <a:spLocks xmlns:a="http://schemas.openxmlformats.org/drawingml/2006/main" noGrp="1"/>
          </p:cNvSpPr>
          <p:nvPr>
            <p:ph type="body" idx="1"/>
          </p:nvPr>
        </p:nvSpPr>
        <p:spPr>
          <a:xfrm xmlns:a="http://schemas.openxmlformats.org/drawingml/2006/main">
            <a:off x="914400" y="2362200"/>
            <a:ext cx="7315200" cy="3763963"/>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88" name="Slide Number">
            <a:extLst xmlns:a="http://schemas.openxmlformats.org/drawingml/2006/main">
              <a:ext uri="{FF2B5EF4-FFF2-40B4-BE49-F238E27FC236}">
                <a16:creationId xmlns:a16="http://schemas.microsoft.com/office/drawing/2014/main" id="{AB6B396A-5EE4-47FC-A85C-A9A0D34139C3}"/>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Tree>
  </p:cSld>
</p:sldLayout>
</file>

<file path=ppt/slideLayouts/slideLayout8.xml><?xml version="1.0" encoding="utf-8"?>
<p:sldLayout xmlns:p="http://schemas.openxmlformats.org/presentationml/2006/main" showMasterSp="0">
  <p:cSld name="Default">
    <p:spTree>
      <p:nvGrpSpPr>
        <p:cNvPr id="1" name=""/>
        <p:cNvGrpSpPr/>
        <p:nvPr/>
      </p:nvGrpSpPr>
      <p:grpSpPr>
        <a:xfrm xmlns:a="http://schemas.openxmlformats.org/drawingml/2006/main"/>
      </p:grpSpPr>
      <p:sp>
        <p:nvSpPr>
          <p:cNvPr id="95" name="Rounded Rectangle">
            <a:extLst xmlns:a="http://schemas.openxmlformats.org/drawingml/2006/main">
              <a:ext uri="{FF2B5EF4-FFF2-40B4-BE49-F238E27FC236}">
                <a16:creationId xmlns:a16="http://schemas.microsoft.com/office/drawing/2014/main" id="{25B1B832-E1E3-40D0-9E30-3638EB205A6E}"/>
              </a:ext>
            </a:extLst>
          </p:cNvPr>
          <p:cNvSpPr>
            <a:spLocks xmlns:a="http://schemas.openxmlformats.org/drawingml/2006/main" noGrp="1"/>
          </p:cNvSpPr>
          <p:nvPr/>
        </p:nvSpPr>
        <p:spPr>
          <a:xfrm xmlns:a="http://schemas.openxmlformats.org/drawingml/2006/main">
            <a:off x="381000" y="1143000"/>
            <a:ext cx="8458200" cy="5181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8575">
            <a:solidFill>
              <a:srgbClr val="6699FF"/>
            </a:solidFill>
          </a:ln>
        </p:spPr>
        <p:txBody>
          <a:bodyPr xmlns:a="http://schemas.openxmlformats.org/drawingml/2006/main" lIns="45719" rIns="45719" anchor="ctr"/>
          <a:lstStyle xmlns:a="http://schemas.openxmlformats.org/drawingml/2006/main"/>
          <a:p xmlns:a="http://schemas.openxmlformats.org/drawingml/2006/main">
            <a:pPr algn="ctr">
              <a:buNone/>
              <a:defRPr sz="2800">
                <a:solidFill>
                  <a:srgbClr val="0000FF"/>
                </a:solidFill>
                <a:latin typeface="+mn-lt"/>
                <a:ea typeface="+mn-lt"/>
                <a:cs typeface="+mn-lt"/>
              </a:defRPr>
            </a:pPr>
            <a:endParaRPr/>
          </a:p>
        </p:txBody>
      </p:sp>
      <p:pic>
        <p:nvPicPr>
          <p:cNvPr id="96" name="collegelogo">
            <a:extLst xmlns:a="http://schemas.openxmlformats.org/drawingml/2006/main">
              <a:ext uri="{FF2B5EF4-FFF2-40B4-BE49-F238E27FC236}">
                <a16:creationId xmlns:a16="http://schemas.microsoft.com/office/drawing/2014/main" id="{E4DFC441-880C-4C4C-AF92-ADCAF76CAEB3}"/>
              </a:ext>
            </a:extLst>
          </p:cNvPr>
          <p:cNvPicPr>
            <a:picLocks xmlns:a="http://schemas.openxmlformats.org/drawingml/2006/main" noChangeAspect="1"/>
          </p:cNvPicPr>
          <p:nvPr/>
        </p:nvPicPr>
        <p:blipFill>
          <a:blip xmlns:r="http://schemas.openxmlformats.org/officeDocument/2006/relationships" xmlns:a="http://schemas.openxmlformats.org/drawingml/2006/main" r:embed="Ra9e07b19d21b43cd"/>
          <a:stretch xmlns:a="http://schemas.openxmlformats.org/drawingml/2006/main">
            <a:fillRect l="0" t="0" r="0" b="0"/>
          </a:stretch>
        </p:blipFill>
        <p:spPr>
          <a:xfrm xmlns:a="http://schemas.openxmlformats.org/drawingml/2006/main">
            <a:off x="381000" y="76200"/>
            <a:ext cx="792163" cy="914400"/>
          </a:xfrm>
          <a:prstGeom xmlns:a="http://schemas.openxmlformats.org/drawingml/2006/main" prst="rect">
            <a:avLst/>
          </a:prstGeom>
          <a:ln xmlns:a="http://schemas.openxmlformats.org/drawingml/2006/main" w="12700">
            <a:miter/>
          </a:ln>
        </p:spPr>
      </p:pic>
      <p:sp>
        <p:nvSpPr>
          <p:cNvPr id="97" name="Text">
            <a:extLst xmlns:a="http://schemas.openxmlformats.org/drawingml/2006/main">
              <a:ext uri="{FF2B5EF4-FFF2-40B4-BE49-F238E27FC236}">
                <a16:creationId xmlns:a16="http://schemas.microsoft.com/office/drawing/2014/main" id="{491FF278-0E81-411F-828B-EC904A5EA0B1}"/>
              </a:ext>
            </a:extLst>
          </p:cNvPr>
          <p:cNvSpPr>
            <a:spLocks xmlns:a="http://schemas.openxmlformats.org/drawingml/2006/main" noGrp="1"/>
          </p:cNvSpPr>
          <p:nvPr/>
        </p:nvSpPr>
        <p:spPr>
          <a:xfrm xmlns:a="http://schemas.openxmlformats.org/drawingml/2006/main">
            <a:off x="1264919" y="304800"/>
            <a:ext cx="6918961" cy="350662"/>
          </a:xfrm>
          <a:prstGeom xmlns:a="http://schemas.openxmlformats.org/drawingml/2006/main" prst="rect">
            <a:avLst/>
          </a:prstGeom>
          <a:ln xmlns:a="http://schemas.openxmlformats.org/drawingml/2006/main" w="12700">
            <a:miter/>
          </a:ln>
        </p:spPr>
        <p:txBody>
          <a:bodyPr xmlns:a="http://schemas.openxmlformats.org/drawingml/2006/main" lIns="45719" rIns="45719">
            <a:spAutoFit/>
          </a:bodyPr>
          <a:lstStyle xmlns:a="http://schemas.openxmlformats.org/drawingml/2006/main">
            <a:lvl1pPr>
              <a:buNone/>
              <a:defRPr sz="1800" b="1">
                <a:latin typeface="+mn-lt"/>
                <a:ea typeface="+mn-lt"/>
                <a:cs typeface="+mn-lt"/>
              </a:defRPr>
            </a:lvl1pPr>
          </a:lstStyle>
          <a:p xmlns:a="http://schemas.openxmlformats.org/drawingml/2006/main">
            <a:r>
              <a:t>                       </a:t>
            </a:r>
          </a:p>
        </p:txBody>
      </p:sp>
      <p:sp>
        <p:nvSpPr>
          <p:cNvPr id="98" name="Title Text">
            <a:extLst xmlns:a="http://schemas.openxmlformats.org/drawingml/2006/main">
              <a:ext uri="{FF2B5EF4-FFF2-40B4-BE49-F238E27FC236}">
                <a16:creationId xmlns:a16="http://schemas.microsoft.com/office/drawing/2014/main" id="{1F240A7F-8F01-46A2-AF4A-2C06CAA6C256}"/>
              </a:ext>
            </a:extLst>
          </p:cNvPr>
          <p:cNvSpPr>
            <a:spLocks xmlns:a="http://schemas.openxmlformats.org/drawingml/2006/main" noGrp="1"/>
          </p:cNvSpPr>
          <p:nvPr>
            <p:ph type="title" idx="0"/>
          </p:nvPr>
        </p:nvSpPr>
        <p:spPr>
          <a:xfrm xmlns:a="http://schemas.openxmlformats.org/drawingml/2006/main">
            <a:off x="990600" y="1371600"/>
            <a:ext cx="6858000" cy="808038"/>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Title Text</a:t>
            </a:r>
          </a:p>
        </p:txBody>
      </p:sp>
      <p:sp>
        <p:nvSpPr>
          <p:cNvPr id="99" name="Body Level One…">
            <a:extLst xmlns:a="http://schemas.openxmlformats.org/drawingml/2006/main">
              <a:ext uri="{FF2B5EF4-FFF2-40B4-BE49-F238E27FC236}">
                <a16:creationId xmlns:a16="http://schemas.microsoft.com/office/drawing/2014/main" id="{466B07AC-7F47-4F84-9B08-6C3DF34EFAE4}"/>
              </a:ext>
            </a:extLst>
          </p:cNvPr>
          <p:cNvSpPr>
            <a:spLocks xmlns:a="http://schemas.openxmlformats.org/drawingml/2006/main" noGrp="1"/>
          </p:cNvSpPr>
          <p:nvPr>
            <p:ph type="body" idx="1"/>
          </p:nvPr>
        </p:nvSpPr>
        <p:spPr>
          <a:xfrm xmlns:a="http://schemas.openxmlformats.org/drawingml/2006/main">
            <a:off x="914400" y="2362200"/>
            <a:ext cx="7315200" cy="3763963"/>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100" name="Slide Number">
            <a:extLst xmlns:a="http://schemas.openxmlformats.org/drawingml/2006/main">
              <a:ext uri="{FF2B5EF4-FFF2-40B4-BE49-F238E27FC236}">
                <a16:creationId xmlns:a16="http://schemas.microsoft.com/office/drawing/2014/main" id="{F4722ECF-1D41-46F2-A3C2-7E33793025AB}"/>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Tree>
  </p:cSld>
</p:sldLayout>
</file>

<file path=ppt/slideLayouts/slideLayout9.xml><?xml version="1.0" encoding="utf-8"?>
<p:sldLayout xmlns:p="http://schemas.openxmlformats.org/presentationml/2006/main" showMasterSp="0">
  <p:cSld name="Default">
    <p:spTree>
      <p:nvGrpSpPr>
        <p:cNvPr id="1" name=""/>
        <p:cNvGrpSpPr/>
        <p:nvPr/>
      </p:nvGrpSpPr>
      <p:grpSpPr>
        <a:xfrm xmlns:a="http://schemas.openxmlformats.org/drawingml/2006/main"/>
      </p:grpSpPr>
      <p:sp>
        <p:nvSpPr>
          <p:cNvPr id="107" name="Rounded Rectangle">
            <a:extLst xmlns:a="http://schemas.openxmlformats.org/drawingml/2006/main">
              <a:ext uri="{FF2B5EF4-FFF2-40B4-BE49-F238E27FC236}">
                <a16:creationId xmlns:a16="http://schemas.microsoft.com/office/drawing/2014/main" id="{0AD3B630-209D-4049-8767-4B8647DC7F07}"/>
              </a:ext>
            </a:extLst>
          </p:cNvPr>
          <p:cNvSpPr>
            <a:spLocks xmlns:a="http://schemas.openxmlformats.org/drawingml/2006/main" noGrp="1"/>
          </p:cNvSpPr>
          <p:nvPr/>
        </p:nvSpPr>
        <p:spPr>
          <a:xfrm xmlns:a="http://schemas.openxmlformats.org/drawingml/2006/main">
            <a:off x="381000" y="1143000"/>
            <a:ext cx="8458200" cy="5181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8575">
            <a:solidFill>
              <a:srgbClr val="6699FF"/>
            </a:solidFill>
          </a:ln>
        </p:spPr>
        <p:txBody>
          <a:bodyPr xmlns:a="http://schemas.openxmlformats.org/drawingml/2006/main" lIns="45719" rIns="45719" anchor="ctr"/>
          <a:lstStyle xmlns:a="http://schemas.openxmlformats.org/drawingml/2006/main"/>
          <a:p xmlns:a="http://schemas.openxmlformats.org/drawingml/2006/main">
            <a:pPr algn="ctr">
              <a:buNone/>
              <a:defRPr sz="2800">
                <a:solidFill>
                  <a:srgbClr val="0000FF"/>
                </a:solidFill>
                <a:latin typeface="+mn-lt"/>
                <a:ea typeface="+mn-lt"/>
                <a:cs typeface="+mn-lt"/>
              </a:defRPr>
            </a:pPr>
            <a:endParaRPr/>
          </a:p>
        </p:txBody>
      </p:sp>
      <p:pic>
        <p:nvPicPr>
          <p:cNvPr id="108" name="collegelogo">
            <a:extLst xmlns:a="http://schemas.openxmlformats.org/drawingml/2006/main">
              <a:ext uri="{FF2B5EF4-FFF2-40B4-BE49-F238E27FC236}">
                <a16:creationId xmlns:a16="http://schemas.microsoft.com/office/drawing/2014/main" id="{A7485B4F-09DB-4E79-A1EE-08A737118ACA}"/>
              </a:ext>
            </a:extLst>
          </p:cNvPr>
          <p:cNvPicPr>
            <a:picLocks xmlns:a="http://schemas.openxmlformats.org/drawingml/2006/main" noChangeAspect="1"/>
          </p:cNvPicPr>
          <p:nvPr/>
        </p:nvPicPr>
        <p:blipFill>
          <a:blip xmlns:r="http://schemas.openxmlformats.org/officeDocument/2006/relationships" xmlns:a="http://schemas.openxmlformats.org/drawingml/2006/main" r:embed="Rbb221e80cbcb421a"/>
          <a:stretch xmlns:a="http://schemas.openxmlformats.org/drawingml/2006/main">
            <a:fillRect l="0" t="0" r="0" b="0"/>
          </a:stretch>
        </p:blipFill>
        <p:spPr>
          <a:xfrm xmlns:a="http://schemas.openxmlformats.org/drawingml/2006/main">
            <a:off x="381000" y="76200"/>
            <a:ext cx="792163" cy="914400"/>
          </a:xfrm>
          <a:prstGeom xmlns:a="http://schemas.openxmlformats.org/drawingml/2006/main" prst="rect">
            <a:avLst/>
          </a:prstGeom>
          <a:ln xmlns:a="http://schemas.openxmlformats.org/drawingml/2006/main" w="12700">
            <a:miter/>
          </a:ln>
        </p:spPr>
      </p:pic>
      <p:sp>
        <p:nvSpPr>
          <p:cNvPr id="109" name="Text">
            <a:extLst xmlns:a="http://schemas.openxmlformats.org/drawingml/2006/main">
              <a:ext uri="{FF2B5EF4-FFF2-40B4-BE49-F238E27FC236}">
                <a16:creationId xmlns:a16="http://schemas.microsoft.com/office/drawing/2014/main" id="{2CC3FFAD-F6D7-462F-99C7-01A5D3DFB2C6}"/>
              </a:ext>
            </a:extLst>
          </p:cNvPr>
          <p:cNvSpPr>
            <a:spLocks xmlns:a="http://schemas.openxmlformats.org/drawingml/2006/main" noGrp="1"/>
          </p:cNvSpPr>
          <p:nvPr/>
        </p:nvSpPr>
        <p:spPr>
          <a:xfrm xmlns:a="http://schemas.openxmlformats.org/drawingml/2006/main">
            <a:off x="1264919" y="304800"/>
            <a:ext cx="6918961" cy="350662"/>
          </a:xfrm>
          <a:prstGeom xmlns:a="http://schemas.openxmlformats.org/drawingml/2006/main" prst="rect">
            <a:avLst/>
          </a:prstGeom>
          <a:ln xmlns:a="http://schemas.openxmlformats.org/drawingml/2006/main" w="12700">
            <a:miter/>
          </a:ln>
        </p:spPr>
        <p:txBody>
          <a:bodyPr xmlns:a="http://schemas.openxmlformats.org/drawingml/2006/main" lIns="45719" rIns="45719">
            <a:spAutoFit/>
          </a:bodyPr>
          <a:lstStyle xmlns:a="http://schemas.openxmlformats.org/drawingml/2006/main">
            <a:lvl1pPr>
              <a:buNone/>
              <a:defRPr sz="1800" b="1">
                <a:latin typeface="+mn-lt"/>
                <a:ea typeface="+mn-lt"/>
                <a:cs typeface="+mn-lt"/>
              </a:defRPr>
            </a:lvl1pPr>
          </a:lstStyle>
          <a:p xmlns:a="http://schemas.openxmlformats.org/drawingml/2006/main">
            <a:r>
              <a:t>                       </a:t>
            </a:r>
          </a:p>
        </p:txBody>
      </p:sp>
      <p:sp>
        <p:nvSpPr>
          <p:cNvPr id="110" name="Title Text">
            <a:extLst xmlns:a="http://schemas.openxmlformats.org/drawingml/2006/main">
              <a:ext uri="{FF2B5EF4-FFF2-40B4-BE49-F238E27FC236}">
                <a16:creationId xmlns:a16="http://schemas.microsoft.com/office/drawing/2014/main" id="{A18FF719-2468-4CC5-AAC3-B5EC81C63A4E}"/>
              </a:ext>
            </a:extLst>
          </p:cNvPr>
          <p:cNvSpPr>
            <a:spLocks xmlns:a="http://schemas.openxmlformats.org/drawingml/2006/main" noGrp="1"/>
          </p:cNvSpPr>
          <p:nvPr>
            <p:ph type="title" idx="0"/>
          </p:nvPr>
        </p:nvSpPr>
        <p:spPr>
          <a:xfrm xmlns:a="http://schemas.openxmlformats.org/drawingml/2006/main">
            <a:off x="990600" y="1371600"/>
            <a:ext cx="6858000" cy="808038"/>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Title Text</a:t>
            </a:r>
          </a:p>
        </p:txBody>
      </p:sp>
      <p:sp>
        <p:nvSpPr>
          <p:cNvPr id="111" name="Body Level One…">
            <a:extLst xmlns:a="http://schemas.openxmlformats.org/drawingml/2006/main">
              <a:ext uri="{FF2B5EF4-FFF2-40B4-BE49-F238E27FC236}">
                <a16:creationId xmlns:a16="http://schemas.microsoft.com/office/drawing/2014/main" id="{4EBF6342-E8F9-45DC-A04A-88244FCA0B5D}"/>
              </a:ext>
            </a:extLst>
          </p:cNvPr>
          <p:cNvSpPr>
            <a:spLocks xmlns:a="http://schemas.openxmlformats.org/drawingml/2006/main" noGrp="1"/>
          </p:cNvSpPr>
          <p:nvPr>
            <p:ph type="body" idx="1"/>
          </p:nvPr>
        </p:nvSpPr>
        <p:spPr>
          <a:xfrm xmlns:a="http://schemas.openxmlformats.org/drawingml/2006/main">
            <a:off x="914400" y="2362200"/>
            <a:ext cx="7315200" cy="3763963"/>
          </a:xfrm>
          <a:prstGeom xmlns:a="http://schemas.openxmlformats.org/drawingml/2006/main" prst="rect">
            <a:avLst/>
          </a:prstGeom>
        </p:spPr>
        <p:txBody>
          <a:bodyPr xmlns:a="http://schemas.openxmlformats.org/drawingml/2006/main">
            <a:normAutofit/>
          </a:bodyPr>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112" name="Slide Number">
            <a:extLst xmlns:a="http://schemas.openxmlformats.org/drawingml/2006/main">
              <a:ext uri="{FF2B5EF4-FFF2-40B4-BE49-F238E27FC236}">
                <a16:creationId xmlns:a16="http://schemas.microsoft.com/office/drawing/2014/main" id="{685E67D0-254C-4D47-9F3D-5E6908038CEC}"/>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Tree>
  </p:cSld>
</p:sldLayout>
</file>

<file path=ppt/slideLayouts/slideLayout10.xml><?xml version="1.0" encoding="utf-8"?>
<p:sldLayout xmlns:p="http://schemas.openxmlformats.org/presentationml/2006/main">
  <p:cSld name="Default">
    <p:spTree>
      <p:nvGrpSpPr>
        <p:cNvPr id="1" name=""/>
        <p:cNvGrpSpPr/>
        <p:nvPr/>
      </p:nvGrpSpPr>
      <p:grpSpPr>
        <a:xfrm xmlns:a="http://schemas.openxmlformats.org/drawingml/2006/main"/>
      </p:grpSpPr>
      <p:sp>
        <p:nvSpPr>
          <p:cNvPr id="119" name="Slide Number">
            <a:extLst xmlns:a="http://schemas.openxmlformats.org/drawingml/2006/main">
              <a:ext uri="{FF2B5EF4-FFF2-40B4-BE49-F238E27FC236}">
                <a16:creationId xmlns:a16="http://schemas.microsoft.com/office/drawing/2014/main" id="{6C54EA86-E18F-497F-B1B2-B01BA22C2D1B}"/>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
        <p:nvSpPr>
          <p:cNvPr id="120" name="Title Text">
            <a:extLst xmlns:a="http://schemas.openxmlformats.org/drawingml/2006/main">
              <a:ext uri="{FF2B5EF4-FFF2-40B4-BE49-F238E27FC236}">
                <a16:creationId xmlns:a16="http://schemas.microsoft.com/office/drawing/2014/main" id="{FF4BD7E6-70B9-424F-B65C-A4E0B9D0547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Title Text</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5a9bda54708b48d5" /><Relationship Type="http://schemas.openxmlformats.org/officeDocument/2006/relationships/theme" Target="/ppt/slideMasters/theme/theme2.xml" Id="Rf26e6a3a6df94b02" /><Relationship Type="http://schemas.openxmlformats.org/officeDocument/2006/relationships/slideLayout" Target="/ppt/slideLayouts/slideLayout1.xml" Id="Raad5d0e989274406" /><Relationship Type="http://schemas.openxmlformats.org/officeDocument/2006/relationships/slideLayout" Target="/ppt/slideLayouts/slideLayout2.xml" Id="Rea410d1713464b36" /><Relationship Type="http://schemas.openxmlformats.org/officeDocument/2006/relationships/slideLayout" Target="/ppt/slideLayouts/slideLayout3.xml" Id="R799e27b597ee44a8" /><Relationship Type="http://schemas.openxmlformats.org/officeDocument/2006/relationships/slideLayout" Target="/ppt/slideLayouts/slideLayout4.xml" Id="R7bc4aaf32c36411b" /><Relationship Type="http://schemas.openxmlformats.org/officeDocument/2006/relationships/slideLayout" Target="/ppt/slideLayouts/slideLayout5.xml" Id="Rbd87c95a4ec444b7" /><Relationship Type="http://schemas.openxmlformats.org/officeDocument/2006/relationships/slideLayout" Target="/ppt/slideLayouts/slideLayout6.xml" Id="R4f29cf9c66ce45fa" /><Relationship Type="http://schemas.openxmlformats.org/officeDocument/2006/relationships/slideLayout" Target="/ppt/slideLayouts/slideLayout7.xml" Id="Rbc862c3faebd4369" /><Relationship Type="http://schemas.openxmlformats.org/officeDocument/2006/relationships/slideLayout" Target="/ppt/slideLayouts/slideLayout8.xml" Id="R528ec5ee95f14bf0" /><Relationship Type="http://schemas.openxmlformats.org/officeDocument/2006/relationships/slideLayout" Target="/ppt/slideLayouts/slideLayout9.xml" Id="Rf5a1af38b72a4c4f" /><Relationship Type="http://schemas.openxmlformats.org/officeDocument/2006/relationships/slideLayout" Target="/ppt/slideLayouts/slideLayout10.xml" Id="Re6d35515956e4b30"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ounded Rectangle">
            <a:extLst xmlns:a="http://schemas.openxmlformats.org/drawingml/2006/main">
              <a:ext uri="{FF2B5EF4-FFF2-40B4-BE49-F238E27FC236}">
                <a16:creationId xmlns:a16="http://schemas.microsoft.com/office/drawing/2014/main" id="{690726B4-A4BF-4B4C-B1D4-6F79336EF68F}"/>
              </a:ext>
            </a:extLst>
          </p:cNvPr>
          <p:cNvSpPr>
            <a:spLocks xmlns:a="http://schemas.openxmlformats.org/drawingml/2006/main" noGrp="1"/>
          </p:cNvSpPr>
          <p:nvPr/>
        </p:nvSpPr>
        <p:spPr>
          <a:xfrm xmlns:a="http://schemas.openxmlformats.org/drawingml/2006/main">
            <a:off x="381000" y="1143000"/>
            <a:ext cx="8458200" cy="5181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8575">
            <a:solidFill>
              <a:srgbClr val="6699FF"/>
            </a:solidFill>
          </a:ln>
        </p:spPr>
        <p:txBody>
          <a:bodyPr xmlns:a="http://schemas.openxmlformats.org/drawingml/2006/main" lIns="45719" rIns="45719" anchor="ctr"/>
          <a:lstStyle xmlns:a="http://schemas.openxmlformats.org/drawingml/2006/main"/>
          <a:p xmlns:a="http://schemas.openxmlformats.org/drawingml/2006/main">
            <a:pPr algn="ctr">
              <a:buNone/>
              <a:defRPr sz="2800">
                <a:solidFill>
                  <a:srgbClr val="0000FF"/>
                </a:solidFill>
                <a:latin typeface="+mn-lt"/>
                <a:ea typeface="+mn-lt"/>
                <a:cs typeface="+mn-lt"/>
              </a:defRPr>
            </a:pPr>
            <a:endParaRPr/>
          </a:p>
        </p:txBody>
      </p:sp>
      <p:sp>
        <p:nvSpPr>
          <p:cNvPr id="3" name="Text">
            <a:extLst xmlns:a="http://schemas.openxmlformats.org/drawingml/2006/main">
              <a:ext uri="{FF2B5EF4-FFF2-40B4-BE49-F238E27FC236}">
                <a16:creationId xmlns:a16="http://schemas.microsoft.com/office/drawing/2014/main" id="{DBA234E3-8B91-4ED2-BABA-972897FA0FAD}"/>
              </a:ext>
            </a:extLst>
          </p:cNvPr>
          <p:cNvSpPr>
            <a:spLocks xmlns:a="http://schemas.openxmlformats.org/drawingml/2006/main" noGrp="1"/>
          </p:cNvSpPr>
          <p:nvPr/>
        </p:nvSpPr>
        <p:spPr>
          <a:xfrm xmlns:a="http://schemas.openxmlformats.org/drawingml/2006/main">
            <a:off x="1264919" y="304800"/>
            <a:ext cx="6918961" cy="350662"/>
          </a:xfrm>
          <a:prstGeom xmlns:a="http://schemas.openxmlformats.org/drawingml/2006/main" prst="rect">
            <a:avLst/>
          </a:prstGeom>
          <a:ln xmlns:a="http://schemas.openxmlformats.org/drawingml/2006/main" w="12700">
            <a:miter/>
          </a:ln>
        </p:spPr>
        <p:txBody>
          <a:bodyPr xmlns:a="http://schemas.openxmlformats.org/drawingml/2006/main" lIns="45719" rIns="45719">
            <a:spAutoFit/>
          </a:bodyPr>
          <a:lstStyle xmlns:a="http://schemas.openxmlformats.org/drawingml/2006/main">
            <a:lvl1pPr>
              <a:buNone/>
              <a:defRPr sz="1800" b="1">
                <a:latin typeface="+mn-lt"/>
                <a:ea typeface="+mn-lt"/>
                <a:cs typeface="+mn-lt"/>
              </a:defRPr>
            </a:lvl1pPr>
          </a:lstStyle>
          <a:p xmlns:a="http://schemas.openxmlformats.org/drawingml/2006/main">
            <a:r>
              <a:t>                       </a:t>
            </a:r>
          </a:p>
        </p:txBody>
      </p:sp>
      <p:pic>
        <p:nvPicPr>
          <p:cNvPr id="4" name="image.png">
            <a:extLst xmlns:a="http://schemas.openxmlformats.org/drawingml/2006/main">
              <a:ext uri="{FF2B5EF4-FFF2-40B4-BE49-F238E27FC236}">
                <a16:creationId xmlns:a16="http://schemas.microsoft.com/office/drawing/2014/main" id="{99C634F3-B048-478B-9ADD-FF4EE19EDC8F}"/>
              </a:ext>
            </a:extLst>
          </p:cNvPr>
          <p:cNvPicPr>
            <a:picLocks xmlns:a="http://schemas.openxmlformats.org/drawingml/2006/main" noChangeAspect="1"/>
          </p:cNvPicPr>
          <p:nvPr/>
        </p:nvPicPr>
        <p:blipFill>
          <a:blip xmlns:r="http://schemas.openxmlformats.org/officeDocument/2006/relationships" xmlns:a="http://schemas.openxmlformats.org/drawingml/2006/main" r:embed="R5a9bda54708b48d5"/>
          <a:stretch xmlns:a="http://schemas.openxmlformats.org/drawingml/2006/main">
            <a:fillRect l="0" t="0" r="0" b="0"/>
          </a:stretch>
        </p:blipFill>
        <p:spPr>
          <a:xfrm xmlns:a="http://schemas.openxmlformats.org/drawingml/2006/main">
            <a:off x="0" y="38100"/>
            <a:ext cx="1104900" cy="1104900"/>
          </a:xfrm>
          <a:prstGeom xmlns:a="http://schemas.openxmlformats.org/drawingml/2006/main" prst="rect">
            <a:avLst/>
          </a:prstGeom>
          <a:ln xmlns:a="http://schemas.openxmlformats.org/drawingml/2006/main" w="12700">
            <a:miter/>
          </a:ln>
        </p:spPr>
      </p:pic>
      <p:sp>
        <p:nvSpPr>
          <p:cNvPr id="5" name="Slide Number">
            <a:extLst xmlns:a="http://schemas.openxmlformats.org/drawingml/2006/main">
              <a:ext uri="{FF2B5EF4-FFF2-40B4-BE49-F238E27FC236}">
                <a16:creationId xmlns:a16="http://schemas.microsoft.com/office/drawing/2014/main" id="{AA5FF4EC-00EE-467A-B954-18EA03B4D11E}"/>
              </a:ext>
            </a:extLst>
          </p:cNvPr>
          <p:cNvSpPr>
            <a:spLocks xmlns:a="http://schemas.openxmlformats.org/drawingml/2006/main" noGrp="1"/>
          </p:cNvSpPr>
          <p:nvPr>
            <p:ph type="sldNum" idx="2"/>
          </p:nvPr>
        </p:nvSpPr>
        <p:spPr>
          <a:xfrm xmlns:a="http://schemas.openxmlformats.org/drawingml/2006/main">
            <a:off x="8308692" y="381000"/>
            <a:ext cx="301909" cy="288824"/>
          </a:xfrm>
          <a:prstGeom xmlns:a="http://schemas.openxmlformats.org/drawingml/2006/main" prst="rect">
            <a:avLst/>
          </a:prstGeom>
          <a:ln xmlns:a="http://schemas.openxmlformats.org/drawingml/2006/main" w="12700">
            <a:miter/>
          </a:ln>
        </p:spPr>
        <p:txBody>
          <a:bodyPr xmlns:a="http://schemas.openxmlformats.org/drawingml/2006/main" wrap="none" lIns="45719" rIns="45719">
            <a:spAutoFit/>
          </a:bodyPr>
          <a:lstStyle xmlns:a="http://schemas.openxmlformats.org/drawingml/2006/main">
            <a:lvl1pPr algn="r">
              <a:buNone/>
              <a:defRPr>
                <a:latin typeface="+mn-lt"/>
                <a:ea typeface="+mn-lt"/>
                <a:cs typeface="+mn-lt"/>
              </a:defRPr>
            </a:lvl1pPr>
          </a:lstStyle>
          <a:p xmlns:a="http://schemas.openxmlformats.org/drawingml/2006/main">
            <a:fld id="{86CB4B4D-7CA3-9044-876B-883B54F8677D}" type="slidenum">
              <a:t>‹#›</a:t>
            </a:fld>
            <a:endParaRPr/>
          </a:p>
        </p:txBody>
      </p:sp>
      <p:sp>
        <p:nvSpPr>
          <p:cNvPr id="6" name="Title Text">
            <a:extLst xmlns:a="http://schemas.openxmlformats.org/drawingml/2006/main">
              <a:ext uri="{FF2B5EF4-FFF2-40B4-BE49-F238E27FC236}">
                <a16:creationId xmlns:a16="http://schemas.microsoft.com/office/drawing/2014/main" id="{EE23569A-200C-4C0B-BFBC-645B14099950}"/>
              </a:ext>
            </a:extLst>
          </p:cNvPr>
          <p:cNvSpPr>
            <a:spLocks xmlns:a="http://schemas.openxmlformats.org/drawingml/2006/main" noGrp="1"/>
          </p:cNvSpPr>
          <p:nvPr>
            <p:ph type="title" idx="0"/>
          </p:nvPr>
        </p:nvSpPr>
        <p:spPr>
          <a:xfrm xmlns:a="http://schemas.openxmlformats.org/drawingml/2006/main">
            <a:off x="457200" y="92074"/>
            <a:ext cx="8229600" cy="1508126"/>
          </a:xfrm>
          <a:prstGeom xmlns:a="http://schemas.openxmlformats.org/drawingml/2006/main" prst="rect">
            <a:avLst/>
          </a:prstGeom>
          <a:ln xmlns:a="http://schemas.openxmlformats.org/drawingml/2006/main" w="12700">
            <a:miter/>
          </a:ln>
        </p:spPr>
        <p:txBody>
          <a:bodyPr xmlns:a="http://schemas.openxmlformats.org/drawingml/2006/main" lIns="45719" rIns="45719" anchor="ctr"/>
          <a:lstStyle xmlns:a="http://schemas.openxmlformats.org/drawingml/2006/main"/>
          <a:p xmlns:a="http://schemas.openxmlformats.org/drawingml/2006/main">
            <a:r>
              <a:t>Title Text</a:t>
            </a:r>
          </a:p>
        </p:txBody>
      </p:sp>
      <p:sp>
        <p:nvSpPr>
          <p:cNvPr id="7" name="Body Level One…">
            <a:extLst xmlns:a="http://schemas.openxmlformats.org/drawingml/2006/main">
              <a:ext uri="{FF2B5EF4-FFF2-40B4-BE49-F238E27FC236}">
                <a16:creationId xmlns:a16="http://schemas.microsoft.com/office/drawing/2014/main" id="{F0A5EB0C-1EE2-4D0B-88FC-431A1FF9554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solidFill xmlns:a="http://schemas.openxmlformats.org/drawingml/2006/main">
            <a:srgbClr val="FFFFFF"/>
          </a:solidFill>
          <a:ln xmlns:a="http://schemas.openxmlformats.org/drawingml/2006/main" w="12700">
            <a:miter/>
          </a:ln>
        </p:spPr>
        <p:txBody>
          <a:bodyPr xmlns:a="http://schemas.openxmlformats.org/drawingml/2006/main" lIns="45719" rIns="45719"/>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d5d0e989274406"/>
    <p:sldLayoutId xmlns:r="http://schemas.openxmlformats.org/officeDocument/2006/relationships" id="2147483650" r:id="Rea410d1713464b36"/>
    <p:sldLayoutId xmlns:r="http://schemas.openxmlformats.org/officeDocument/2006/relationships" id="2147483651" r:id="R799e27b597ee44a8"/>
    <p:sldLayoutId xmlns:r="http://schemas.openxmlformats.org/officeDocument/2006/relationships" id="2147483652" r:id="R7bc4aaf32c36411b"/>
    <p:sldLayoutId xmlns:r="http://schemas.openxmlformats.org/officeDocument/2006/relationships" id="2147483653" r:id="Rbd87c95a4ec444b7"/>
    <p:sldLayoutId xmlns:r="http://schemas.openxmlformats.org/officeDocument/2006/relationships" id="2147483654" r:id="R4f29cf9c66ce45fa"/>
    <p:sldLayoutId xmlns:r="http://schemas.openxmlformats.org/officeDocument/2006/relationships" id="2147483655" r:id="Rbc862c3faebd4369"/>
    <p:sldLayoutId xmlns:r="http://schemas.openxmlformats.org/officeDocument/2006/relationships" id="2147483656" r:id="R528ec5ee95f14bf0"/>
    <p:sldLayoutId xmlns:r="http://schemas.openxmlformats.org/officeDocument/2006/relationships" id="2147483657" r:id="Rf5a1af38b72a4c4f"/>
    <p:sldLayoutId xmlns:r="http://schemas.openxmlformats.org/officeDocument/2006/relationships" id="2147483658" r:id="Re6d35515956e4b30"/>
  </p:sldLayoutIdLst>
  <p:hf hdr="0" dt="0"/>
  <p:txStyles>
    <p:titleStyle>
      <a:lvl1pPr xmlns:a="http://schemas.openxmlformats.org/drawingml/2006/main" marL="0" marR="0" indent="0" algn="ctr" defTabSz="914400">
        <a:lnSpc>
          <a:spcPct val="100000"/>
        </a:lnSpc>
        <a:spcBef>
          <a:spcPts val="0"/>
        </a:spcBef>
        <a:spcAft>
          <a:spcPts val="0"/>
        </a:spcAft>
        <a:buClrTx/>
        <a:buSzTx/>
        <a:buFontTx/>
        <a:buNone/>
        <a:defRPr sz="2800" b="0" i="0" u="none" strike="noStrike" cap="none" spc="0" baseline="0">
          <a:solidFill>
            <a:srgbClr val="000000"/>
          </a:solidFill>
          <a:latin typeface="+mn-lt"/>
          <a:ea typeface="+mn-lt"/>
          <a:cs typeface="+mn-lt"/>
        </a:defRPr>
      </a:lvl1pPr>
      <a:lvl2pPr xmlns:a="http://schemas.openxmlformats.org/drawingml/2006/main" marL="0" marR="0" indent="0" algn="ctr" defTabSz="914400">
        <a:lnSpc>
          <a:spcPct val="100000"/>
        </a:lnSpc>
        <a:spcBef>
          <a:spcPts val="0"/>
        </a:spcBef>
        <a:spcAft>
          <a:spcPts val="0"/>
        </a:spcAft>
        <a:buClrTx/>
        <a:buSzTx/>
        <a:buFontTx/>
        <a:buNone/>
        <a:defRPr sz="2800" b="0" i="0" u="none" strike="noStrike" cap="none" spc="0" baseline="0">
          <a:solidFill>
            <a:srgbClr val="000000"/>
          </a:solidFill>
          <a:latin typeface="+mn-lt"/>
          <a:ea typeface="+mn-lt"/>
          <a:cs typeface="+mn-lt"/>
        </a:defRPr>
      </a:lvl2pPr>
      <a:lvl3pPr xmlns:a="http://schemas.openxmlformats.org/drawingml/2006/main" marL="0" marR="0" indent="0" algn="ctr" defTabSz="914400">
        <a:lnSpc>
          <a:spcPct val="100000"/>
        </a:lnSpc>
        <a:spcBef>
          <a:spcPts val="0"/>
        </a:spcBef>
        <a:spcAft>
          <a:spcPts val="0"/>
        </a:spcAft>
        <a:buClrTx/>
        <a:buSzTx/>
        <a:buFontTx/>
        <a:buNone/>
        <a:defRPr sz="2800" b="0" i="0" u="none" strike="noStrike" cap="none" spc="0" baseline="0">
          <a:solidFill>
            <a:srgbClr val="000000"/>
          </a:solidFill>
          <a:latin typeface="+mn-lt"/>
          <a:ea typeface="+mn-lt"/>
          <a:cs typeface="+mn-lt"/>
        </a:defRPr>
      </a:lvl3pPr>
      <a:lvl4pPr xmlns:a="http://schemas.openxmlformats.org/drawingml/2006/main" marL="0" marR="0" indent="0" algn="ctr" defTabSz="914400">
        <a:lnSpc>
          <a:spcPct val="100000"/>
        </a:lnSpc>
        <a:spcBef>
          <a:spcPts val="0"/>
        </a:spcBef>
        <a:spcAft>
          <a:spcPts val="0"/>
        </a:spcAft>
        <a:buClrTx/>
        <a:buSzTx/>
        <a:buFontTx/>
        <a:buNone/>
        <a:defRPr sz="2800" b="0" i="0" u="none" strike="noStrike" cap="none" spc="0" baseline="0">
          <a:solidFill>
            <a:srgbClr val="000000"/>
          </a:solidFill>
          <a:latin typeface="+mn-lt"/>
          <a:ea typeface="+mn-lt"/>
          <a:cs typeface="+mn-lt"/>
        </a:defRPr>
      </a:lvl4pPr>
      <a:lvl5pPr xmlns:a="http://schemas.openxmlformats.org/drawingml/2006/main" marL="0" marR="0" indent="0" algn="ctr" defTabSz="914400">
        <a:lnSpc>
          <a:spcPct val="100000"/>
        </a:lnSpc>
        <a:spcBef>
          <a:spcPts val="0"/>
        </a:spcBef>
        <a:spcAft>
          <a:spcPts val="0"/>
        </a:spcAft>
        <a:buClrTx/>
        <a:buSzTx/>
        <a:buFontTx/>
        <a:buNone/>
        <a:defRPr sz="2800" b="0" i="0" u="none" strike="noStrike" cap="none" spc="0" baseline="0">
          <a:solidFill>
            <a:srgbClr val="000000"/>
          </a:solidFill>
          <a:latin typeface="+mn-lt"/>
          <a:ea typeface="+mn-lt"/>
          <a:cs typeface="+mn-lt"/>
        </a:defRPr>
      </a:lvl5pPr>
      <a:lvl6pPr xmlns:a="http://schemas.openxmlformats.org/drawingml/2006/main" marL="0" marR="0" indent="457200" algn="ctr" defTabSz="914400">
        <a:lnSpc>
          <a:spcPct val="100000"/>
        </a:lnSpc>
        <a:spcBef>
          <a:spcPts val="0"/>
        </a:spcBef>
        <a:spcAft>
          <a:spcPts val="0"/>
        </a:spcAft>
        <a:buClrTx/>
        <a:buSzTx/>
        <a:buFontTx/>
        <a:buNone/>
        <a:defRPr sz="2800" b="0" i="0" u="none" strike="noStrike" cap="none" spc="0" baseline="0">
          <a:solidFill>
            <a:srgbClr val="000000"/>
          </a:solidFill>
          <a:latin typeface="+mn-lt"/>
          <a:ea typeface="+mn-lt"/>
          <a:cs typeface="+mn-lt"/>
        </a:defRPr>
      </a:lvl6pPr>
      <a:lvl7pPr xmlns:a="http://schemas.openxmlformats.org/drawingml/2006/main" marL="0" marR="0" indent="914400" algn="ctr" defTabSz="914400">
        <a:lnSpc>
          <a:spcPct val="100000"/>
        </a:lnSpc>
        <a:spcBef>
          <a:spcPts val="0"/>
        </a:spcBef>
        <a:spcAft>
          <a:spcPts val="0"/>
        </a:spcAft>
        <a:buClrTx/>
        <a:buSzTx/>
        <a:buFontTx/>
        <a:buNone/>
        <a:defRPr sz="2800" b="0" i="0" u="none" strike="noStrike" cap="none" spc="0" baseline="0">
          <a:solidFill>
            <a:srgbClr val="000000"/>
          </a:solidFill>
          <a:latin typeface="+mn-lt"/>
          <a:ea typeface="+mn-lt"/>
          <a:cs typeface="+mn-lt"/>
        </a:defRPr>
      </a:lvl7pPr>
      <a:lvl8pPr xmlns:a="http://schemas.openxmlformats.org/drawingml/2006/main" marL="0" marR="0" indent="1371600" algn="ctr" defTabSz="914400">
        <a:lnSpc>
          <a:spcPct val="100000"/>
        </a:lnSpc>
        <a:spcBef>
          <a:spcPts val="0"/>
        </a:spcBef>
        <a:spcAft>
          <a:spcPts val="0"/>
        </a:spcAft>
        <a:buClrTx/>
        <a:buSzTx/>
        <a:buFontTx/>
        <a:buNone/>
        <a:defRPr sz="2800" b="0" i="0" u="none" strike="noStrike" cap="none" spc="0" baseline="0">
          <a:solidFill>
            <a:srgbClr val="000000"/>
          </a:solidFill>
          <a:latin typeface="+mn-lt"/>
          <a:ea typeface="+mn-lt"/>
          <a:cs typeface="+mn-lt"/>
        </a:defRPr>
      </a:lvl8pPr>
      <a:lvl9pPr xmlns:a="http://schemas.openxmlformats.org/drawingml/2006/main" marL="0" marR="0" indent="1828800" algn="ctr" defTabSz="914400">
        <a:lnSpc>
          <a:spcPct val="100000"/>
        </a:lnSpc>
        <a:spcBef>
          <a:spcPts val="0"/>
        </a:spcBef>
        <a:spcAft>
          <a:spcPts val="0"/>
        </a:spcAft>
        <a:buClrTx/>
        <a:buSzTx/>
        <a:buFontTx/>
        <a:buNone/>
        <a:defRPr sz="2800" b="0" i="0" u="none" strike="noStrike" cap="none" spc="0" baseline="0">
          <a:solidFill>
            <a:srgbClr val="000000"/>
          </a:solidFill>
          <a:latin typeface="+mn-lt"/>
          <a:ea typeface="+mn-lt"/>
          <a:cs typeface="+mn-lt"/>
        </a:defRPr>
      </a:lvl9pPr>
    </p:titleStyle>
    <p:bodyStyle>
      <a:lvl1pPr xmlns:a="http://schemas.openxmlformats.org/drawingml/2006/main" marL="342900" marR="0" indent="-342900" algn="l" defTabSz="914400">
        <a:lnSpc>
          <a:spcPct val="100000"/>
        </a:lnSpc>
        <a:spcBef>
          <a:spcPts val="400"/>
        </a:spcBef>
        <a:spcAft>
          <a:spcPts val="0"/>
        </a:spcAft>
        <a:buClrTx/>
        <a:buSzPct val="100000"/>
        <a:buFontTx/>
        <a:buChar char="»"/>
        <a:defRPr sz="2000" b="0" i="0" u="none" strike="noStrike" cap="none" spc="0" baseline="0">
          <a:solidFill>
            <a:srgbClr val="000000"/>
          </a:solidFill>
          <a:latin typeface="+mn-lt"/>
          <a:ea typeface="+mn-lt"/>
          <a:cs typeface="+mn-lt"/>
        </a:defRPr>
      </a:lvl1pPr>
      <a:lvl2pPr xmlns:a="http://schemas.openxmlformats.org/drawingml/2006/main" marL="661307" marR="0" indent="-204107" algn="l" defTabSz="914400">
        <a:lnSpc>
          <a:spcPct val="100000"/>
        </a:lnSpc>
        <a:spcBef>
          <a:spcPts val="400"/>
        </a:spcBef>
        <a:spcAft>
          <a:spcPts val="0"/>
        </a:spcAft>
        <a:buClrTx/>
        <a:buSzPct val="100000"/>
        <a:buFontTx/>
        <a:buChar char="–"/>
        <a:defRPr sz="2000" b="0" i="0" u="none" strike="noStrike" cap="none" spc="0" baseline="0">
          <a:solidFill>
            <a:srgbClr val="000000"/>
          </a:solidFill>
          <a:latin typeface="+mn-lt"/>
          <a:ea typeface="+mn-lt"/>
          <a:cs typeface="+mn-lt"/>
        </a:defRPr>
      </a:lvl2pPr>
      <a:lvl3pPr xmlns:a="http://schemas.openxmlformats.org/drawingml/2006/main" marL="1200150" marR="0" indent="-285750" algn="l" defTabSz="914400">
        <a:lnSpc>
          <a:spcPct val="100000"/>
        </a:lnSpc>
        <a:spcBef>
          <a:spcPts val="400"/>
        </a:spcBef>
        <a:spcAft>
          <a:spcPts val="0"/>
        </a:spcAft>
        <a:buClrTx/>
        <a:buSzPct val="100000"/>
        <a:buFontTx/>
        <a:buChar char="•"/>
        <a:defRPr sz="2000" b="0" i="0" u="none" strike="noStrike" cap="none" spc="0" baseline="0">
          <a:solidFill>
            <a:srgbClr val="000000"/>
          </a:solidFill>
          <a:latin typeface="+mn-lt"/>
          <a:ea typeface="+mn-lt"/>
          <a:cs typeface="+mn-lt"/>
        </a:defRPr>
      </a:lvl3pPr>
      <a:lvl4pPr xmlns:a="http://schemas.openxmlformats.org/drawingml/2006/main" marL="1600200" marR="0" indent="-228600" algn="l" defTabSz="914400">
        <a:lnSpc>
          <a:spcPct val="100000"/>
        </a:lnSpc>
        <a:spcBef>
          <a:spcPts val="400"/>
        </a:spcBef>
        <a:spcAft>
          <a:spcPts val="0"/>
        </a:spcAft>
        <a:buClrTx/>
        <a:buSzPct val="100000"/>
        <a:buFontTx/>
        <a:buChar char="–"/>
        <a:defRPr sz="2000" b="0" i="0" u="none" strike="noStrike" cap="none" spc="0" baseline="0">
          <a:solidFill>
            <a:srgbClr val="000000"/>
          </a:solidFill>
          <a:latin typeface="+mn-lt"/>
          <a:ea typeface="+mn-lt"/>
          <a:cs typeface="+mn-lt"/>
        </a:defRPr>
      </a:lvl4pPr>
      <a:lvl5pPr xmlns:a="http://schemas.openxmlformats.org/drawingml/2006/main" marL="2082800" marR="0" indent="-254000" algn="l" defTabSz="914400">
        <a:lnSpc>
          <a:spcPct val="100000"/>
        </a:lnSpc>
        <a:spcBef>
          <a:spcPts val="400"/>
        </a:spcBef>
        <a:spcAft>
          <a:spcPts val="0"/>
        </a:spcAft>
        <a:buClrTx/>
        <a:buSzPct val="100000"/>
        <a:buFontTx/>
        <a:buChar char="»"/>
        <a:defRPr sz="2000" b="0" i="0" u="none" strike="noStrike" cap="none" spc="0" baseline="0">
          <a:solidFill>
            <a:srgbClr val="000000"/>
          </a:solidFill>
          <a:latin typeface="+mn-lt"/>
          <a:ea typeface="+mn-lt"/>
          <a:cs typeface="+mn-lt"/>
        </a:defRPr>
      </a:lvl5pPr>
      <a:lvl6pPr xmlns:a="http://schemas.openxmlformats.org/drawingml/2006/main" marL="2540000" marR="0" indent="-254000" algn="l" defTabSz="914400">
        <a:lnSpc>
          <a:spcPct val="100000"/>
        </a:lnSpc>
        <a:spcBef>
          <a:spcPts val="400"/>
        </a:spcBef>
        <a:spcAft>
          <a:spcPts val="0"/>
        </a:spcAft>
        <a:buClrTx/>
        <a:buSzPct val="100000"/>
        <a:buFontTx/>
        <a:buNone/>
        <a:defRPr sz="2000" b="0" i="0" u="none" strike="noStrike" cap="none" spc="0" baseline="0">
          <a:solidFill>
            <a:srgbClr val="000000"/>
          </a:solidFill>
          <a:latin typeface="+mn-lt"/>
          <a:ea typeface="+mn-lt"/>
          <a:cs typeface="+mn-lt"/>
        </a:defRPr>
      </a:lvl6pPr>
      <a:lvl7pPr xmlns:a="http://schemas.openxmlformats.org/drawingml/2006/main" marL="2997200" marR="0" indent="-254000" algn="l" defTabSz="914400">
        <a:lnSpc>
          <a:spcPct val="100000"/>
        </a:lnSpc>
        <a:spcBef>
          <a:spcPts val="400"/>
        </a:spcBef>
        <a:spcAft>
          <a:spcPts val="0"/>
        </a:spcAft>
        <a:buClrTx/>
        <a:buSzPct val="100000"/>
        <a:buFontTx/>
        <a:buNone/>
        <a:defRPr sz="2000" b="0" i="0" u="none" strike="noStrike" cap="none" spc="0" baseline="0">
          <a:solidFill>
            <a:srgbClr val="000000"/>
          </a:solidFill>
          <a:latin typeface="+mn-lt"/>
          <a:ea typeface="+mn-lt"/>
          <a:cs typeface="+mn-lt"/>
        </a:defRPr>
      </a:lvl7pPr>
      <a:lvl8pPr xmlns:a="http://schemas.openxmlformats.org/drawingml/2006/main" marL="3454400" marR="0" indent="-254000" algn="l" defTabSz="914400">
        <a:lnSpc>
          <a:spcPct val="100000"/>
        </a:lnSpc>
        <a:spcBef>
          <a:spcPts val="400"/>
        </a:spcBef>
        <a:spcAft>
          <a:spcPts val="0"/>
        </a:spcAft>
        <a:buClrTx/>
        <a:buSzPct val="100000"/>
        <a:buFontTx/>
        <a:buNone/>
        <a:defRPr sz="2000" b="0" i="0" u="none" strike="noStrike" cap="none" spc="0" baseline="0">
          <a:solidFill>
            <a:srgbClr val="000000"/>
          </a:solidFill>
          <a:latin typeface="+mn-lt"/>
          <a:ea typeface="+mn-lt"/>
          <a:cs typeface="+mn-lt"/>
        </a:defRPr>
      </a:lvl8pPr>
      <a:lvl9pPr xmlns:a="http://schemas.openxmlformats.org/drawingml/2006/main" marL="3911600" marR="0" indent="-254000" algn="l" defTabSz="914400">
        <a:lnSpc>
          <a:spcPct val="100000"/>
        </a:lnSpc>
        <a:spcBef>
          <a:spcPts val="400"/>
        </a:spcBef>
        <a:spcAft>
          <a:spcPts val="0"/>
        </a:spcAft>
        <a:buClrTx/>
        <a:buSzPct val="100000"/>
        <a:buFontTx/>
        <a:buNone/>
        <a:defRPr sz="2000" b="0" i="0" u="none" strike="noStrike" cap="none" spc="0" baseline="0">
          <a:solidFill>
            <a:srgbClr val="000000"/>
          </a:solidFill>
          <a:latin typeface="+mn-lt"/>
          <a:ea typeface="+mn-lt"/>
          <a:cs typeface="+mn-lt"/>
        </a:defRPr>
      </a:lvl9pPr>
    </p:bodyStyle>
    <p:otherStyle>
      <a:lvl1pPr xmlns:a="http://schemas.openxmlformats.org/drawingml/2006/main" marL="0" marR="0" indent="0" algn="r" defTabSz="914400">
        <a:lnSpc>
          <a:spcPct val="100000"/>
        </a:lnSpc>
        <a:spcBef>
          <a:spcPts val="0"/>
        </a:spcBef>
        <a:spcAft>
          <a:spcPts val="0"/>
        </a:spcAft>
        <a:buClrTx/>
        <a:buSzTx/>
        <a:buFontTx/>
        <a:buNone/>
        <a:defRPr sz="1400" b="0" i="0" u="none" strike="noStrike" cap="none" spc="0" baseline="0">
          <a:solidFill>
            <a:schemeClr val="tx1"/>
          </a:solidFill>
          <a:latin typeface="+mn-lt"/>
          <a:ea typeface="+mn-lt"/>
          <a:cs typeface="+mn-lt"/>
        </a:defRPr>
      </a:lvl1pPr>
      <a:lvl2pPr xmlns:a="http://schemas.openxmlformats.org/drawingml/2006/main" marL="0" marR="0" indent="457200" algn="r" defTabSz="914400">
        <a:lnSpc>
          <a:spcPct val="100000"/>
        </a:lnSpc>
        <a:spcBef>
          <a:spcPts val="0"/>
        </a:spcBef>
        <a:spcAft>
          <a:spcPts val="0"/>
        </a:spcAft>
        <a:buClrTx/>
        <a:buSzTx/>
        <a:buFontTx/>
        <a:buNone/>
        <a:defRPr sz="1400" b="0" i="0" u="none" strike="noStrike" cap="none" spc="0" baseline="0">
          <a:solidFill>
            <a:schemeClr val="tx1"/>
          </a:solidFill>
          <a:latin typeface="+mn-lt"/>
          <a:ea typeface="+mn-lt"/>
          <a:cs typeface="+mn-lt"/>
        </a:defRPr>
      </a:lvl2pPr>
      <a:lvl3pPr xmlns:a="http://schemas.openxmlformats.org/drawingml/2006/main" marL="0" marR="0" indent="914400" algn="r" defTabSz="914400">
        <a:lnSpc>
          <a:spcPct val="100000"/>
        </a:lnSpc>
        <a:spcBef>
          <a:spcPts val="0"/>
        </a:spcBef>
        <a:spcAft>
          <a:spcPts val="0"/>
        </a:spcAft>
        <a:buClrTx/>
        <a:buSzTx/>
        <a:buFontTx/>
        <a:buNone/>
        <a:defRPr sz="1400" b="0" i="0" u="none" strike="noStrike" cap="none" spc="0" baseline="0">
          <a:solidFill>
            <a:schemeClr val="tx1"/>
          </a:solidFill>
          <a:latin typeface="+mn-lt"/>
          <a:ea typeface="+mn-lt"/>
          <a:cs typeface="+mn-lt"/>
        </a:defRPr>
      </a:lvl3pPr>
      <a:lvl4pPr xmlns:a="http://schemas.openxmlformats.org/drawingml/2006/main" marL="0" marR="0" indent="1371600" algn="r" defTabSz="914400">
        <a:lnSpc>
          <a:spcPct val="100000"/>
        </a:lnSpc>
        <a:spcBef>
          <a:spcPts val="0"/>
        </a:spcBef>
        <a:spcAft>
          <a:spcPts val="0"/>
        </a:spcAft>
        <a:buClrTx/>
        <a:buSzTx/>
        <a:buFontTx/>
        <a:buNone/>
        <a:defRPr sz="1400" b="0" i="0" u="none" strike="noStrike" cap="none" spc="0" baseline="0">
          <a:solidFill>
            <a:schemeClr val="tx1"/>
          </a:solidFill>
          <a:latin typeface="+mn-lt"/>
          <a:ea typeface="+mn-lt"/>
          <a:cs typeface="+mn-lt"/>
        </a:defRPr>
      </a:lvl4pPr>
      <a:lvl5pPr xmlns:a="http://schemas.openxmlformats.org/drawingml/2006/main" marL="0" marR="0" indent="1828800" algn="r" defTabSz="914400">
        <a:lnSpc>
          <a:spcPct val="100000"/>
        </a:lnSpc>
        <a:spcBef>
          <a:spcPts val="0"/>
        </a:spcBef>
        <a:spcAft>
          <a:spcPts val="0"/>
        </a:spcAft>
        <a:buClrTx/>
        <a:buSzTx/>
        <a:buFontTx/>
        <a:buNone/>
        <a:defRPr sz="1400" b="0" i="0" u="none" strike="noStrike" cap="none" spc="0" baseline="0">
          <a:solidFill>
            <a:schemeClr val="tx1"/>
          </a:solidFill>
          <a:latin typeface="+mn-lt"/>
          <a:ea typeface="+mn-lt"/>
          <a:cs typeface="+mn-lt"/>
        </a:defRPr>
      </a:lvl5pPr>
      <a:lvl6pPr xmlns:a="http://schemas.openxmlformats.org/drawingml/2006/main" marL="0" marR="0" indent="0" algn="r" defTabSz="914400">
        <a:lnSpc>
          <a:spcPct val="100000"/>
        </a:lnSpc>
        <a:spcBef>
          <a:spcPts val="0"/>
        </a:spcBef>
        <a:spcAft>
          <a:spcPts val="0"/>
        </a:spcAft>
        <a:buClrTx/>
        <a:buSzTx/>
        <a:buFontTx/>
        <a:buNone/>
        <a:defRPr sz="1400" b="0" i="0" u="none" strike="noStrike" cap="none" spc="0" baseline="0">
          <a:solidFill>
            <a:schemeClr val="tx1"/>
          </a:solidFill>
          <a:latin typeface="+mn-lt"/>
          <a:ea typeface="+mn-lt"/>
          <a:cs typeface="+mn-lt"/>
        </a:defRPr>
      </a:lvl6pPr>
      <a:lvl7pPr xmlns:a="http://schemas.openxmlformats.org/drawingml/2006/main" marL="0" marR="0" indent="0" algn="r" defTabSz="914400">
        <a:lnSpc>
          <a:spcPct val="100000"/>
        </a:lnSpc>
        <a:spcBef>
          <a:spcPts val="0"/>
        </a:spcBef>
        <a:spcAft>
          <a:spcPts val="0"/>
        </a:spcAft>
        <a:buClrTx/>
        <a:buSzTx/>
        <a:buFontTx/>
        <a:buNone/>
        <a:defRPr sz="1400" b="0" i="0" u="none" strike="noStrike" cap="none" spc="0" baseline="0">
          <a:solidFill>
            <a:schemeClr val="tx1"/>
          </a:solidFill>
          <a:latin typeface="+mn-lt"/>
          <a:ea typeface="+mn-lt"/>
          <a:cs typeface="+mn-lt"/>
        </a:defRPr>
      </a:lvl7pPr>
      <a:lvl8pPr xmlns:a="http://schemas.openxmlformats.org/drawingml/2006/main" marL="0" marR="0" indent="0" algn="r" defTabSz="914400">
        <a:lnSpc>
          <a:spcPct val="100000"/>
        </a:lnSpc>
        <a:spcBef>
          <a:spcPts val="0"/>
        </a:spcBef>
        <a:spcAft>
          <a:spcPts val="0"/>
        </a:spcAft>
        <a:buClrTx/>
        <a:buSzTx/>
        <a:buFontTx/>
        <a:buNone/>
        <a:defRPr sz="1400" b="0" i="0" u="none" strike="noStrike" cap="none" spc="0" baseline="0">
          <a:solidFill>
            <a:schemeClr val="tx1"/>
          </a:solidFill>
          <a:latin typeface="+mn-lt"/>
          <a:ea typeface="+mn-lt"/>
          <a:cs typeface="+mn-lt"/>
        </a:defRPr>
      </a:lvl8pPr>
      <a:lvl9pPr xmlns:a="http://schemas.openxmlformats.org/drawingml/2006/main" marL="0" marR="0" indent="0" algn="r" defTabSz="914400">
        <a:lnSpc>
          <a:spcPct val="100000"/>
        </a:lnSpc>
        <a:spcBef>
          <a:spcPts val="0"/>
        </a:spcBef>
        <a:spcAft>
          <a:spcPts val="0"/>
        </a:spcAft>
        <a:buClrTx/>
        <a:buSzTx/>
        <a:buFontTx/>
        <a:buNone/>
        <a:defRPr sz="1400" b="0" i="0" u="none" strike="noStrike" cap="none" spc="0" baseline="0">
          <a:solidFill>
            <a:schemeClr val="tx1"/>
          </a:solidFill>
          <a:latin typeface="+mn-lt"/>
          <a:ea typeface="+mn-lt"/>
          <a:cs typeface="+mn-lt"/>
        </a:defRPr>
      </a:lvl9pPr>
    </p:otherStyle>
  </p:txStyles>
</p:sldMaster>
</file>

<file path=ppt/slideMasters/theme/theme2.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0.xml" Id="Rb3081d187b5c4cea" /><Relationship Type="http://schemas.openxmlformats.org/officeDocument/2006/relationships/notesSlide" Target="/ppt/notesSlides/notesSlide1.xml" Id="R7ecb79af9d844b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0.xml" Id="R7d8112c9bfab4e4d" /><Relationship Type="http://schemas.openxmlformats.org/officeDocument/2006/relationships/image" Target="/ppt/media/image2.png" Id="R43eaa1a4db53488c" /><Relationship Type="http://schemas.openxmlformats.org/officeDocument/2006/relationships/notesSlide" Target="/ppt/notesSlides/notesSlide2.xml" Id="Rd5ff603f70814a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0.xml" Id="Rf2885b0d2eea4003" /><Relationship Type="http://schemas.openxmlformats.org/officeDocument/2006/relationships/notesSlide" Target="/ppt/notesSlides/notesSlide3.xml" Id="R8caca73f83ab41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0.xml" Id="Rd29e6393be06437d" /><Relationship Type="http://schemas.openxmlformats.org/officeDocument/2006/relationships/notesSlide" Target="/ppt/notesSlides/notesSlide4.xml" Id="Rcbedb51b611d45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0.xml" Id="R47c2acaf53b44660" /><Relationship Type="http://schemas.openxmlformats.org/officeDocument/2006/relationships/notesSlide" Target="/ppt/notesSlides/notesSlide5.xml" Id="Ra6825c8fc63540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0.xml" Id="R7fe927f3e83d4ee9" /><Relationship Type="http://schemas.openxmlformats.org/officeDocument/2006/relationships/chart" Target="/ppt/slides/charts/chart1.xml" Id="Rd32f69db5d1d4a41" /><Relationship Type="http://schemas.openxmlformats.org/officeDocument/2006/relationships/notesSlide" Target="/ppt/notesSlides/notesSlide6.xml" Id="R5d0879245a7f45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0.xml" Id="Rc55ebdf601b34ebf" /><Relationship Type="http://schemas.openxmlformats.org/officeDocument/2006/relationships/notesSlide" Target="/ppt/notesSlides/notesSlide7.xml" Id="Red53613625eb42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0.xml" Id="R7e29358268d645e7" /><Relationship Type="http://schemas.openxmlformats.org/officeDocument/2006/relationships/chart" Target="/ppt/slides/charts/chart2.xml" Id="Rc1a2df55f03b409d" /><Relationship Type="http://schemas.openxmlformats.org/officeDocument/2006/relationships/notesSlide" Target="/ppt/notesSlides/notesSlide8.xml" Id="Re949f04b061749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0.xml" Id="R669288283dfe430f" /><Relationship Type="http://schemas.openxmlformats.org/officeDocument/2006/relationships/chart" Target="/ppt/slides/charts/chart3.xml" Id="Ra612ad77902e4271" /><Relationship Type="http://schemas.openxmlformats.org/officeDocument/2006/relationships/notesSlide" Target="/ppt/notesSlides/notesSlide9.xml" Id="R5c4b72d895e44b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0.xml" Id="R346092644c7c4e22" /><Relationship Type="http://schemas.openxmlformats.org/officeDocument/2006/relationships/chart" Target="/ppt/slides/charts/chart4.xml" Id="Rf8a0d769825d4e4d" /><Relationship Type="http://schemas.openxmlformats.org/officeDocument/2006/relationships/notesSlide" Target="/ppt/notesSlides/notesSlide10.xml" Id="R79f46ccece4748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0.xml" Id="R83444230b7034fb6" /><Relationship Type="http://schemas.openxmlformats.org/officeDocument/2006/relationships/chart" Target="/ppt/slides/charts/chart5.xml" Id="R8e92e10fc9164a17" /><Relationship Type="http://schemas.openxmlformats.org/officeDocument/2006/relationships/notesSlide" Target="/ppt/notesSlides/notesSlide11.xml" Id="Rb531ec2d1e3e4d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0.xml" Id="Rdc9c4d3c925442f9" /><Relationship Type="http://schemas.openxmlformats.org/officeDocument/2006/relationships/notesSlide" Target="/ppt/notesSlides/notesSlide12.xml" Id="Rae16093a316647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0.xml" Id="R627abad4c8e14cd3" /><Relationship Type="http://schemas.openxmlformats.org/officeDocument/2006/relationships/notesSlide" Target="/ppt/notesSlides/notesSlide13.xml" Id="Rd7af7ac2597742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0.xml" Id="R87f867ea20db4433" /><Relationship Type="http://schemas.openxmlformats.org/officeDocument/2006/relationships/notesSlide" Target="/ppt/notesSlides/notesSlide14.xml" Id="R37ad5d6e11b44a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0.xml" Id="R5d8d5e9e695c469d" /><Relationship Type="http://schemas.openxmlformats.org/officeDocument/2006/relationships/notesSlide" Target="/ppt/notesSlides/notesSlide15.xml" Id="R9682112274864af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0.xml" Id="R70643600ea6845b1" /><Relationship Type="http://schemas.openxmlformats.org/officeDocument/2006/relationships/notesSlide" Target="/ppt/notesSlides/notesSlide16.xml" Id="Rce5a8ce24201496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Whisper-small WER</c:v>
          </c:tx>
          <c:spPr>
            <a:solidFill xmlns:a="http://schemas.openxmlformats.org/drawingml/2006/main">
              <a:srgbClr val="2D76AC"/>
            </a:solidFill>
          </c:spPr>
          <c:cat>
            <c:strRef>
              <c:f>'Chart Data'!$A$2:$A$3</c:f>
              <c:strCache>
                <c:ptCount val="2"/>
                <c:pt idx="0">
                  <c:v>Mild</c:v>
                </c:pt>
                <c:pt idx="1">
                  <c:v>Severe</c:v>
                </c:pt>
              </c:strCache>
            </c:strRef>
          </c:cat>
          <c:val>
            <c:numRef>
              <c:f>'Chart Data'!$B$2:$B$3</c:f>
              <c:numCache>
                <c:formatCode>0"%"</c:formatCode>
                <c:ptCount val="2"/>
                <c:pt idx="0">
                  <c:v>11</c:v>
                </c:pt>
                <c:pt idx="1">
                  <c:v>91</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350" b="1">
                  <a:solidFill>
                    <a:srgbClr val="151515"/>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AAAA"/>
            </a:solidFill>
          </a:ln>
        </c:spPr>
        <c:txPr>
          <a:bodyPr xmlns:a="http://schemas.openxmlformats.org/drawingml/2006/main" anchorCtr="1"/>
          <a:lstStyle xmlns:a="http://schemas.openxmlformats.org/drawingml/2006/main"/>
          <a:p xmlns:a="http://schemas.openxmlformats.org/drawingml/2006/main">
            <a:pPr>
              <a:defRPr sz="1275">
                <a:solidFill>
                  <a:srgbClr val="151515"/>
                </a:solidFill>
                <a:latin typeface="Times New Roman"/>
                <a:ea typeface="Times New Roman"/>
                <a:cs typeface="Times New Roman"/>
              </a:defRPr>
            </a:pPr>
          </a:p>
        </c:txPr>
        <c:crossAx val="48672768"/>
      </c:catAx>
      <c:valAx>
        <c:axId val="48672768"/>
        <c:scaling>
          <c:orientation val="minMax"/>
          <c:max val="100"/>
          <c:min val="0"/>
        </c:scaling>
        <c:delete val="0"/>
        <c:axPos val="l"/>
        <c:numFmt formatCode="0&quot;%&quot;"/>
        <c:majorTickMark val="none"/>
        <c:minorTickMark val="none"/>
        <c:spPr>
          <a:ln xmlns:a="http://schemas.openxmlformats.org/drawingml/2006/main" w="9525">
            <a:solidFill>
              <a:srgbClr val="CCCCCC"/>
            </a:solidFill>
          </a:ln>
        </c:spPr>
        <c:txPr>
          <a:bodyPr xmlns:a="http://schemas.openxmlformats.org/drawingml/2006/main" anchorCtr="1"/>
          <a:lstStyle xmlns:a="http://schemas.openxmlformats.org/drawingml/2006/main"/>
          <a:p xmlns:a="http://schemas.openxmlformats.org/drawingml/2006/main">
            <a:pPr>
              <a:defRPr sz="1200">
                <a:solidFill>
                  <a:srgbClr val="4A4A4A"/>
                </a:solidFill>
                <a:latin typeface="Times New Roman"/>
                <a:ea typeface="Times New Roman"/>
                <a:cs typeface="Times New Roman"/>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WER</c:v>
          </c:tx>
          <c:spPr>
            <a:solidFill xmlns:a="http://schemas.openxmlformats.org/drawingml/2006/main">
              <a:srgbClr val="2D76AC"/>
            </a:solidFill>
          </c:spPr>
          <c:cat>
            <c:strRef>
              <c:f>'Chart Data'!$A$2:$A$3</c:f>
              <c:strCache>
                <c:ptCount val="2"/>
                <c:pt idx="0">
                  <c:v>No adaptation</c:v>
                </c:pt>
                <c:pt idx="1">
                  <c:v>LoRA</c:v>
                </c:pt>
              </c:strCache>
            </c:strRef>
          </c:cat>
          <c:val>
            <c:numRef>
              <c:f>'Chart Data'!$B$2:$B$3</c:f>
              <c:numCache>
                <c:formatCode>0"%"</c:formatCode>
                <c:ptCount val="2"/>
                <c:pt idx="0">
                  <c:v>53</c:v>
                </c:pt>
                <c:pt idx="1">
                  <c:v>24</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350" b="1">
                  <a:solidFill>
                    <a:srgbClr val="151515"/>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AAAA"/>
            </a:solidFill>
          </a:ln>
        </c:spPr>
        <c:txPr>
          <a:bodyPr xmlns:a="http://schemas.openxmlformats.org/drawingml/2006/main" anchorCtr="1"/>
          <a:lstStyle xmlns:a="http://schemas.openxmlformats.org/drawingml/2006/main"/>
          <a:p xmlns:a="http://schemas.openxmlformats.org/drawingml/2006/main">
            <a:pPr>
              <a:defRPr sz="1275">
                <a:solidFill>
                  <a:srgbClr val="151515"/>
                </a:solidFill>
                <a:latin typeface="Times New Roman"/>
                <a:ea typeface="Times New Roman"/>
                <a:cs typeface="Times New Roman"/>
              </a:defRPr>
            </a:pPr>
          </a:p>
        </c:txPr>
        <c:crossAx val="48672768"/>
      </c:catAx>
      <c:valAx>
        <c:axId val="48672768"/>
        <c:scaling>
          <c:orientation val="minMax"/>
          <c:max val="60"/>
          <c:min val="0"/>
        </c:scaling>
        <c:delete val="0"/>
        <c:axPos val="l"/>
        <c:numFmt formatCode="0&quot;%&quot;"/>
        <c:majorTickMark val="none"/>
        <c:minorTickMark val="none"/>
        <c:spPr>
          <a:ln xmlns:a="http://schemas.openxmlformats.org/drawingml/2006/main" w="9525">
            <a:solidFill>
              <a:srgbClr val="CCCCCC"/>
            </a:solidFill>
          </a:ln>
        </c:spPr>
        <c:txPr>
          <a:bodyPr xmlns:a="http://schemas.openxmlformats.org/drawingml/2006/main" anchorCtr="1"/>
          <a:lstStyle xmlns:a="http://schemas.openxmlformats.org/drawingml/2006/main"/>
          <a:p xmlns:a="http://schemas.openxmlformats.org/drawingml/2006/main">
            <a:pPr>
              <a:defRPr sz="1200">
                <a:solidFill>
                  <a:srgbClr val="4A4A4A"/>
                </a:solidFill>
                <a:latin typeface="Times New Roman"/>
                <a:ea typeface="Times New Roman"/>
                <a:cs typeface="Times New Roman"/>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WER</c:v>
          </c:tx>
          <c:spPr>
            <a:solidFill xmlns:a="http://schemas.openxmlformats.org/drawingml/2006/main">
              <a:srgbClr val="963651"/>
            </a:solidFill>
          </c:spPr>
          <c:cat>
            <c:strRef>
              <c:f>'Chart Data'!$A$2:$A$4</c:f>
              <c:strCache>
                <c:ptCount val="3"/>
                <c:pt idx="0">
                  <c:v>Baseline</c:v>
                </c:pt>
                <c:pt idx="1">
                  <c:v>LoRA: shared prompts</c:v>
                </c:pt>
                <c:pt idx="2">
                  <c:v>LoRA: new prompts</c:v>
                </c:pt>
              </c:strCache>
            </c:strRef>
          </c:cat>
          <c:val>
            <c:numRef>
              <c:f>'Chart Data'!$B$2:$B$4</c:f>
              <c:numCache>
                <c:formatCode>0"%"</c:formatCode>
                <c:ptCount val="3"/>
                <c:pt idx="0">
                  <c:v>53</c:v>
                </c:pt>
                <c:pt idx="1">
                  <c:v>24</c:v>
                </c:pt>
                <c:pt idx="2">
                  <c:v>44.2</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350" b="1">
                  <a:solidFill>
                    <a:srgbClr val="151515"/>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AAAA"/>
            </a:solidFill>
          </a:ln>
        </c:spPr>
        <c:txPr>
          <a:bodyPr xmlns:a="http://schemas.openxmlformats.org/drawingml/2006/main" anchorCtr="1"/>
          <a:lstStyle xmlns:a="http://schemas.openxmlformats.org/drawingml/2006/main"/>
          <a:p xmlns:a="http://schemas.openxmlformats.org/drawingml/2006/main">
            <a:pPr>
              <a:defRPr sz="1275">
                <a:solidFill>
                  <a:srgbClr val="151515"/>
                </a:solidFill>
                <a:latin typeface="Times New Roman"/>
                <a:ea typeface="Times New Roman"/>
                <a:cs typeface="Times New Roman"/>
              </a:defRPr>
            </a:pPr>
          </a:p>
        </c:txPr>
        <c:crossAx val="48672768"/>
      </c:catAx>
      <c:valAx>
        <c:axId val="48672768"/>
        <c:scaling>
          <c:orientation val="minMax"/>
          <c:max val="60"/>
          <c:min val="0"/>
        </c:scaling>
        <c:delete val="0"/>
        <c:axPos val="l"/>
        <c:numFmt formatCode="0&quot;%&quot;"/>
        <c:majorTickMark val="none"/>
        <c:minorTickMark val="none"/>
        <c:spPr>
          <a:ln xmlns:a="http://schemas.openxmlformats.org/drawingml/2006/main" w="9525">
            <a:solidFill>
              <a:srgbClr val="CCCCCC"/>
            </a:solidFill>
          </a:ln>
        </c:spPr>
        <c:txPr>
          <a:bodyPr xmlns:a="http://schemas.openxmlformats.org/drawingml/2006/main" anchorCtr="1"/>
          <a:lstStyle xmlns:a="http://schemas.openxmlformats.org/drawingml/2006/main"/>
          <a:p xmlns:a="http://schemas.openxmlformats.org/drawingml/2006/main">
            <a:pPr>
              <a:defRPr sz="1200">
                <a:solidFill>
                  <a:srgbClr val="4A4A4A"/>
                </a:solidFill>
                <a:latin typeface="Times New Roman"/>
                <a:ea typeface="Times New Roman"/>
                <a:cs typeface="Times New Roman"/>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Baseline</c:v>
          </c:tx>
          <c:spPr>
            <a:solidFill xmlns:a="http://schemas.openxmlformats.org/drawingml/2006/main">
              <a:srgbClr val="2D76AC"/>
            </a:solidFill>
          </c:spPr>
          <c:cat>
            <c:strRef>
              <c:f>'Chart Data'!$A$2:$A$3</c:f>
              <c:strCache>
                <c:ptCount val="2"/>
                <c:pt idx="0">
                  <c:v>Wrong words</c:v>
                </c:pt>
                <c:pt idx="1">
                  <c:v>Invented words</c:v>
                </c:pt>
              </c:strCache>
            </c:strRef>
          </c:cat>
          <c:val>
            <c:numRef>
              <c:f>'Chart Data'!$B$2:$B$3</c:f>
              <c:numCache>
                <c:formatCode>0"%"</c:formatCode>
                <c:ptCount val="2"/>
                <c:pt idx="0">
                  <c:v>59.5</c:v>
                </c:pt>
                <c:pt idx="1">
                  <c:v>28.9</c:v>
                </c:pt>
              </c:numCache>
            </c:numRef>
          </c:val>
        </c:ser>
        <c:ser>
          <c:idx val="1"/>
          <c:order val="1"/>
          <c:tx>
            <c:v>Strict LoRA</c:v>
          </c:tx>
          <c:spPr>
            <a:solidFill xmlns:a="http://schemas.openxmlformats.org/drawingml/2006/main">
              <a:srgbClr val="963651"/>
            </a:solidFill>
          </c:spPr>
          <c:cat>
            <c:strRef>
              <c:f>'Chart Data'!$C$2:$C$3</c:f>
              <c:strCache>
                <c:ptCount val="2"/>
                <c:pt idx="0">
                  <c:v>Wrong words</c:v>
                </c:pt>
                <c:pt idx="1">
                  <c:v>Invented words</c:v>
                </c:pt>
              </c:strCache>
            </c:strRef>
          </c:cat>
          <c:val>
            <c:numRef>
              <c:f>'Chart Data'!$D$2:$D$3</c:f>
              <c:numCache>
                <c:formatCode>0"%"</c:formatCode>
                <c:ptCount val="2"/>
                <c:pt idx="0">
                  <c:v>56.7</c:v>
                </c:pt>
                <c:pt idx="1">
                  <c:v>9.6</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350" b="1">
                  <a:solidFill>
                    <a:srgbClr val="151515"/>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AAAA"/>
            </a:solidFill>
          </a:ln>
        </c:spPr>
        <c:txPr>
          <a:bodyPr xmlns:a="http://schemas.openxmlformats.org/drawingml/2006/main" anchorCtr="1"/>
          <a:lstStyle xmlns:a="http://schemas.openxmlformats.org/drawingml/2006/main"/>
          <a:p xmlns:a="http://schemas.openxmlformats.org/drawingml/2006/main">
            <a:pPr>
              <a:defRPr sz="1275">
                <a:solidFill>
                  <a:srgbClr val="151515"/>
                </a:solidFill>
                <a:latin typeface="Times New Roman"/>
                <a:ea typeface="Times New Roman"/>
                <a:cs typeface="Times New Roman"/>
              </a:defRPr>
            </a:pPr>
          </a:p>
        </c:txPr>
        <c:crossAx val="48672768"/>
      </c:catAx>
      <c:valAx>
        <c:axId val="48672768"/>
        <c:scaling>
          <c:orientation val="minMax"/>
          <c:max val="70"/>
          <c:min val="0"/>
        </c:scaling>
        <c:delete val="0"/>
        <c:axPos val="l"/>
        <c:numFmt formatCode="0&quot;%&quot;"/>
        <c:majorTickMark val="none"/>
        <c:minorTickMark val="none"/>
        <c:spPr>
          <a:ln xmlns:a="http://schemas.openxmlformats.org/drawingml/2006/main" w="9525">
            <a:solidFill>
              <a:srgbClr val="CCCCCC"/>
            </a:solidFill>
          </a:ln>
        </c:spPr>
        <c:txPr>
          <a:bodyPr xmlns:a="http://schemas.openxmlformats.org/drawingml/2006/main" anchorCtr="1"/>
          <a:lstStyle xmlns:a="http://schemas.openxmlformats.org/drawingml/2006/main"/>
          <a:p xmlns:a="http://schemas.openxmlformats.org/drawingml/2006/main">
            <a:pPr>
              <a:defRPr sz="1200">
                <a:solidFill>
                  <a:srgbClr val="4A4A4A"/>
                </a:solidFill>
                <a:latin typeface="Times New Roman"/>
                <a:ea typeface="Times New Roman"/>
                <a:cs typeface="Times New Roman"/>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51515"/>
              </a:solidFill>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WER</c:v>
          </c:tx>
          <c:spPr>
            <a:solidFill xmlns:a="http://schemas.openxmlformats.org/drawingml/2006/main">
              <a:srgbClr val="2D76AC"/>
            </a:solidFill>
          </c:spPr>
          <c:cat>
            <c:strRef>
              <c:f>'Chart Data'!$A$2:$A$3</c:f>
              <c:strCache>
                <c:ptCount val="2"/>
                <c:pt idx="0">
                  <c:v>Before</c:v>
                </c:pt>
                <c:pt idx="1">
                  <c:v>After 5 min</c:v>
                </c:pt>
              </c:strCache>
            </c:strRef>
          </c:cat>
          <c:val>
            <c:numRef>
              <c:f>'Chart Data'!$B$2:$B$3</c:f>
              <c:numCache>
                <c:formatCode>0"%"</c:formatCode>
                <c:ptCount val="2"/>
                <c:pt idx="0">
                  <c:v>24.7</c:v>
                </c:pt>
                <c:pt idx="1">
                  <c:v>20.8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350" b="1">
                  <a:solidFill>
                    <a:srgbClr val="151515"/>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AAAA"/>
            </a:solidFill>
          </a:ln>
        </c:spPr>
        <c:txPr>
          <a:bodyPr xmlns:a="http://schemas.openxmlformats.org/drawingml/2006/main" anchorCtr="1"/>
          <a:lstStyle xmlns:a="http://schemas.openxmlformats.org/drawingml/2006/main"/>
          <a:p xmlns:a="http://schemas.openxmlformats.org/drawingml/2006/main">
            <a:pPr>
              <a:defRPr sz="1275">
                <a:solidFill>
                  <a:srgbClr val="151515"/>
                </a:solidFill>
                <a:latin typeface="Times New Roman"/>
                <a:ea typeface="Times New Roman"/>
                <a:cs typeface="Times New Roman"/>
              </a:defRPr>
            </a:pPr>
          </a:p>
        </c:txPr>
        <c:crossAx val="48672768"/>
      </c:catAx>
      <c:valAx>
        <c:axId val="48672768"/>
        <c:scaling>
          <c:orientation val="minMax"/>
          <c:max val="30"/>
          <c:min val="0"/>
        </c:scaling>
        <c:delete val="0"/>
        <c:axPos val="l"/>
        <c:numFmt formatCode="0&quot;%&quot;"/>
        <c:majorTickMark val="none"/>
        <c:minorTickMark val="none"/>
        <c:spPr>
          <a:ln xmlns:a="http://schemas.openxmlformats.org/drawingml/2006/main" w="9525">
            <a:solidFill>
              <a:srgbClr val="CCCCCC"/>
            </a:solidFill>
          </a:ln>
        </c:spPr>
        <c:txPr>
          <a:bodyPr xmlns:a="http://schemas.openxmlformats.org/drawingml/2006/main" anchorCtr="1"/>
          <a:lstStyle xmlns:a="http://schemas.openxmlformats.org/drawingml/2006/main"/>
          <a:p xmlns:a="http://schemas.openxmlformats.org/drawingml/2006/main">
            <a:pPr>
              <a:defRPr sz="1200">
                <a:solidFill>
                  <a:srgbClr val="4A4A4A"/>
                </a:solidFill>
                <a:latin typeface="Times New Roman"/>
                <a:ea typeface="Times New Roman"/>
                <a:cs typeface="Times New Roman"/>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30" name="Slide Number">
            <a:extLst xmlns:a="http://schemas.openxmlformats.org/drawingml/2006/main">
              <a:ext uri="{FF2B5EF4-FFF2-40B4-BE49-F238E27FC236}">
                <a16:creationId xmlns:a16="http://schemas.microsoft.com/office/drawing/2014/main" id="{473E9ADC-0357-4ADF-9E63-136883AFF6FD}"/>
              </a:ext>
            </a:extLst>
          </p:cNvPr>
          <p:cNvSpPr>
            <a:spLocks xmlns:a="http://schemas.openxmlformats.org/drawingml/2006/main" noGrp="1"/>
          </p:cNvSpPr>
          <p:nvPr>
            <p:ph type="sldNum" idx="2"/>
          </p:nvPr>
        </p:nvSpPr>
        <p:spPr>
          <a:xfrm xmlns:a="http://schemas.openxmlformats.org/drawingml/2006/main">
            <a:off x="8407576" y="381000"/>
            <a:ext cx="203024" cy="28882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D75FED6-38D0-DE9C-92C0-6E7FA635581C}" type="slidenum">
              <a:t>1</a:t>
            </a:fld>
            <a:endParaRPr/>
          </a:p>
        </p:txBody>
      </p:sp>
      <p:sp>
        <p:nvSpPr>
          <p:cNvPr id="131" name="Z-SPA">
            <a:extLst xmlns:a="http://schemas.openxmlformats.org/drawingml/2006/main">
              <a:ext uri="{FF2B5EF4-FFF2-40B4-BE49-F238E27FC236}">
                <a16:creationId xmlns:a16="http://schemas.microsoft.com/office/drawing/2014/main" id="{BF8F21B6-5BE6-4FE5-AF90-9DAB9242A36C}"/>
              </a:ext>
            </a:extLst>
          </p:cNvPr>
          <p:cNvSpPr>
            <a:spLocks xmlns:a="http://schemas.openxmlformats.org/drawingml/2006/main" noGrp="1"/>
          </p:cNvSpPr>
          <p:nvPr>
            <p:ph type="title" idx="0"/>
          </p:nvPr>
        </p:nvSpPr>
        <p:spPr>
          <a:xfrm xmlns:a="http://schemas.openxmlformats.org/drawingml/2006/main">
            <a:off x="723900" y="1306873"/>
            <a:ext cx="7696200" cy="1912596"/>
          </a:xfrm>
          <a:prstGeom xmlns:a="http://schemas.openxmlformats.org/drawingml/2006/main" prst="rect">
            <a:avLst/>
          </a:prstGeom>
        </p:spPr>
        <p:txBody>
          <a:bodyPr xmlns:a="http://schemas.openxmlformats.org/drawingml/2006/main" wrap="square" anchor="ctr">
            <a:normAutofit fontScale="100000"/>
          </a:bodyPr>
          <a:lstStyle xmlns:a="http://schemas.openxmlformats.org/drawingml/2006/main">
            <a:defPPr algn="ctr">
              <a:defRPr sz="2100" b="1">
                <a:solidFill>
                  <a:srgbClr val="151515"/>
                </a:solidFill>
                <a:latin typeface="Times New Roman"/>
                <a:ea typeface="Times New Roman"/>
                <a:cs typeface="Times New Roman"/>
              </a:defRPr>
            </a:defPPr>
          </a:lstStyle>
          <a:p xmlns:a="http://schemas.openxmlformats.org/drawingml/2006/main">
            <a:pPr algn="ctr">
              <a:buNone/>
              <a:defRPr sz="2100" b="1">
                <a:solidFill>
                  <a:srgbClr val="151515"/>
                </a:solidFill>
                <a:latin typeface="Times New Roman"/>
                <a:ea typeface="Times New Roman"/>
                <a:cs typeface="Times New Roman"/>
              </a:defRPr>
            </a:pPr>
            <a:r>
              <a:rPr sz="2100" b="1">
                <a:solidFill>
                  <a:srgbClr val="151515"/>
                </a:solidFill>
                <a:latin typeface="Times New Roman"/>
                <a:ea typeface="Times New Roman"/>
                <a:cs typeface="Times New Roman"/>
              </a:rPr>
              <a:t>NeuroSAFE-Voice: A Risk-Calibrated, Motor-Phenotype Adaptive Voice Assistant for Individuals with Dysarthria</a:t>
            </a:r>
            <a:endParaRPr sz="2600" b="0"/>
          </a:p>
          <a:p xmlns:a="http://schemas.openxmlformats.org/drawingml/2006/main">
            <a:pPr algn="ctr">
              <a:buNone/>
              <a:defRPr sz="2100" b="1">
                <a:solidFill>
                  <a:srgbClr val="151515"/>
                </a:solidFill>
                <a:latin typeface="Times New Roman"/>
                <a:ea typeface="Times New Roman"/>
                <a:cs typeface="Times New Roman"/>
              </a:defRPr>
            </a:pPr>
            <a:r>
              <a:rPr sz="2100" b="1">
                <a:solidFill>
                  <a:srgbClr val="151515"/>
                </a:solidFill>
                <a:latin typeface="Times New Roman"/>
                <a:ea typeface="Times New Roman"/>
                <a:cs typeface="Times New Roman"/>
              </a:rPr>
              <a:t>22AIE498 Project Second Review Presentation</a:t>
            </a:r>
            <a:endParaRPr sz="2600" b="0"/>
          </a:p>
          <a:p xmlns:a="http://schemas.openxmlformats.org/drawingml/2006/main">
            <a:pPr>
              <a:buNone/>
              <a:defRPr sz="4000" b="1">
                <a:latin typeface="Times New Roman"/>
                <a:ea typeface="Times New Roman"/>
                <a:cs typeface="Times New Roman"/>
              </a:defRPr>
            </a:pPr>
            <a:r>
              <a:rPr sz="2600"/>
              <a:t/>
            </a:r>
            <a:endParaRPr sz="2600" b="0"/>
          </a:p>
          <a:p xmlns:a="http://schemas.openxmlformats.org/drawingml/2006/main">
            <a:pPr algn="ctr">
              <a:buNone/>
              <a:defRPr sz="2100" b="1">
                <a:solidFill>
                  <a:srgbClr val="151515"/>
                </a:solidFill>
                <a:latin typeface="Times New Roman"/>
                <a:ea typeface="Times New Roman"/>
                <a:cs typeface="Times New Roman"/>
              </a:defRPr>
            </a:pPr>
            <a:r>
              <a:rPr sz="2100" b="1">
                <a:solidFill>
                  <a:srgbClr val="151515"/>
                </a:solidFill>
                <a:latin typeface="Times New Roman"/>
                <a:ea typeface="Times New Roman"/>
                <a:cs typeface="Times New Roman"/>
              </a:rPr>
              <a:t>Team ID: 23UG068                                  Panel No.: 11</a:t>
            </a:r>
            <a:endParaRPr sz="2600" b="0"/>
          </a:p>
        </p:txBody>
      </p:sp>
      <p:sp>
        <p:nvSpPr>
          <p:cNvPr id="132" name="Rectangle">
            <a:extLst xmlns:a="http://schemas.openxmlformats.org/drawingml/2006/main">
              <a:ext uri="{FF2B5EF4-FFF2-40B4-BE49-F238E27FC236}">
                <a16:creationId xmlns:a16="http://schemas.microsoft.com/office/drawing/2014/main" id="{25628168-E75B-4E62-BEA4-B1687B193714}"/>
              </a:ext>
            </a:extLst>
          </p:cNvPr>
          <p:cNvSpPr>
            <a:spLocks xmlns:a="http://schemas.openxmlformats.org/drawingml/2006/main" noGrp="1"/>
          </p:cNvSpPr>
          <p:nvPr/>
        </p:nvSpPr>
        <p:spPr>
          <a:xfrm xmlns:a="http://schemas.openxmlformats.org/drawingml/2006/main">
            <a:off x="1295400" y="304800"/>
            <a:ext cx="6858000" cy="457200"/>
          </a:xfrm>
          <a:prstGeom xmlns:a="http://schemas.openxmlformats.org/drawingml/2006/main" prst="rect">
            <a:avLst/>
          </a:prstGeom>
          <a:solidFill xmlns:a="http://schemas.openxmlformats.org/drawingml/2006/main">
            <a:srgbClr val="FFFFFF"/>
          </a:solidFill>
          <a:ln xmlns:a="http://schemas.openxmlformats.org/drawingml/2006/main">
            <a:solidFill>
              <a:srgbClr val="FFFFFF"/>
            </a:solidFill>
          </a:ln>
        </p:spPr>
        <p:txBody>
          <a:bodyPr xmlns:a="http://schemas.openxmlformats.org/drawingml/2006/main" lIns="45719" rIns="45719" anchor="ctr"/>
          <a:lstStyle xmlns:a="http://schemas.openxmlformats.org/drawingml/2006/main"/>
          <a:p xmlns:a="http://schemas.openxmlformats.org/drawingml/2006/main">
            <a:pPr>
              <a:buNone/>
              <a:defRPr sz="2800">
                <a:latin typeface="+mn-lt"/>
                <a:ea typeface="+mn-lt"/>
                <a:cs typeface="+mn-lt"/>
              </a:defRPr>
            </a:pPr>
            <a:endParaRPr/>
          </a:p>
        </p:txBody>
      </p:sp>
      <p:graphicFrame>
        <p:nvGraphicFramePr>
          <p:cNvPr id="137" name="Table">
            <a:extLst xmlns:a="http://schemas.openxmlformats.org/drawingml/2006/main">
              <a:ext uri="{FF2B5EF4-FFF2-40B4-BE49-F238E27FC236}">
                <a16:creationId xmlns:a16="http://schemas.microsoft.com/office/drawing/2014/main" id="{8E0579B5-32AA-428F-A2D2-D588A69192E5}"/>
              </a:ext>
            </a:extLst>
          </p:cNvPr>
          <p:cNvGraphicFramePr/>
          <p:nvPr/>
        </p:nvGraphicFramePr>
        <p:xfrm>
          <a:off xmlns:a="http://schemas.openxmlformats.org/drawingml/2006/main" x="582654" y="3311645"/>
          <a:ext xmlns:a="http://schemas.openxmlformats.org/drawingml/2006/main" cx="7983372" cy="1873078"/>
        </p:xfrm>
        <a:graphic xmlns:a="http://schemas.openxmlformats.org/drawingml/2006/main">
          <a:graphicData uri="http://schemas.openxmlformats.org/drawingml/2006/table">
            <a:tbl>
              <a:tblPr>
                <a:tableStyleId>{4C3C2611-4C71-4FC5-86AE-919BDF0F9419}</a:tableStyleId>
              </a:tblPr>
              <a:tblGrid>
                <a:gridCol w="769825"/>
                <a:gridCol w="2263539"/>
                <a:gridCol w="3752502"/>
                <a:gridCol w="1197506"/>
              </a:tblGrid>
              <a:tr h="430658">
                <a:tc>
                  <a:txBody>
                    <a:bodyPr/>
                    <a:lstStyle/>
                    <a:p>
                      <a:pPr algn="ctr">
                        <a:buNone/>
                      </a:pPr>
                      <a:r>
                        <a:rPr sz="1350" b="1">
                          <a:latin typeface="Times New Roman"/>
                          <a:ea typeface="Times New Roman"/>
                          <a:cs typeface="Times New Roman"/>
                        </a:rPr>
                        <a:t>S.No</a:t>
                      </a:r>
                      <a:endParaRPr sz="1800" b="1">
                        <a:latin typeface="Times New Roman"/>
                        <a:ea typeface="Times New Roman"/>
                        <a:cs typeface="Times New Roman"/>
                      </a:endParaRP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a:buNone/>
                      </a:pPr>
                      <a:r>
                        <a:rPr sz="1350" b="1">
                          <a:latin typeface="Times New Roman"/>
                          <a:ea typeface="Times New Roman"/>
                          <a:cs typeface="Times New Roman"/>
                        </a:rPr>
                        <a:t>Reg.No</a:t>
                      </a:r>
                      <a:endParaRPr sz="1800" b="1">
                        <a:latin typeface="Times New Roman"/>
                        <a:ea typeface="Times New Roman"/>
                        <a:cs typeface="Times New Roman"/>
                      </a:endParaRPr>
                    </a:p>
                  </a:txBody>
                  <a:tcPr marL="0" marR="0" marT="0" marB="0" anchor="ctr" horzOverflow="overflow">
                    <a:lnL w="12700">
                      <a:solidFill>
                        <a:srgbClr val="000000"/>
                      </a:solidFill>
                    </a:lnL>
                    <a:lnR w="12700">
                      <a:solidFill>
                        <a:srgbClr val="000000"/>
                      </a:solidFill>
                    </a:lnR>
                    <a:lnT w="12700">
                      <a:solidFill>
                        <a:srgbClr val="000000"/>
                      </a:solidFill>
                    </a:lnT>
                    <a:lnB w="12700" cmpd="sng">
                      <a:solidFill>
                        <a:srgbClr val="000000"/>
                      </a:solidFill>
                      <a:prstDash val="solid"/>
                    </a:lnB>
                    <a:noFill/>
                  </a:tcPr>
                </a:tc>
                <a:tc>
                  <a:txBody>
                    <a:bodyPr/>
                    <a:lstStyle/>
                    <a:p>
                      <a:pPr algn="ctr">
                        <a:buNone/>
                      </a:pPr>
                      <a:r>
                        <a:rPr sz="1350" b="1">
                          <a:latin typeface="Times New Roman"/>
                          <a:ea typeface="Times New Roman"/>
                          <a:cs typeface="Times New Roman"/>
                        </a:rPr>
                        <a:t>Name of the Student</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a:buNone/>
                      </a:pPr>
                      <a:r>
                        <a:rPr sz="1350" b="1">
                          <a:latin typeface="Times New Roman"/>
                          <a:ea typeface="Times New Roman"/>
                          <a:cs typeface="Times New Roman"/>
                        </a:rPr>
                        <a:t>Branch</a:t>
                      </a:r>
                      <a:endParaRPr sz="1800" b="1">
                        <a:latin typeface="Times New Roman"/>
                        <a:ea typeface="Times New Roman"/>
                        <a:cs typeface="Times New Roman"/>
                      </a:endParaRP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360605">
                <a:tc>
                  <a:txBody>
                    <a:bodyPr/>
                    <a:lstStyle/>
                    <a:p>
                      <a:pPr algn="ctr">
                        <a:buNone/>
                      </a:pPr>
                      <a:r>
                        <a:rPr sz="1200" b="0">
                          <a:latin typeface="Times New Roman"/>
                          <a:ea typeface="Times New Roman"/>
                          <a:cs typeface="Times New Roman"/>
                        </a:rPr>
                        <a:t>1</a:t>
                      </a:r>
                    </a:p>
                  </a:txBody>
                  <a:tcPr marL="0" marR="0" marT="0" marB="0" anchor="ctr" horzOverflow="overflow">
                    <a:lnL w="12700">
                      <a:solidFill>
                        <a:srgbClr val="000000"/>
                      </a:solidFill>
                    </a:lnL>
                    <a:lnR w="12700" cmpd="sng">
                      <a:solidFill>
                        <a:srgbClr val="000000"/>
                      </a:solidFill>
                      <a:prstDash val="solid"/>
                    </a:lnR>
                    <a:lnT w="12700">
                      <a:solidFill>
                        <a:srgbClr val="000000"/>
                      </a:solidFill>
                    </a:lnT>
                    <a:lnB w="12700" cmpd="sng">
                      <a:solidFill>
                        <a:srgbClr val="000000"/>
                      </a:solidFill>
                      <a:prstDash val="solid"/>
                    </a:lnB>
                    <a:noFill/>
                  </a:tcPr>
                </a:tc>
                <a:tc>
                  <a:txBody>
                    <a:bodyPr/>
                    <a:lstStyle/>
                    <a:p>
                      <a:pPr algn="ctr">
                        <a:buNone/>
                      </a:pPr>
                      <a:r>
                        <a:rPr sz="1200" b="0">
                          <a:latin typeface="Times New Roman"/>
                          <a:ea typeface="Times New Roman"/>
                          <a:cs typeface="Times New Roman"/>
                        </a:rPr>
                        <a:t>BL.EN.U4AIE23016</a:t>
                      </a:r>
                      <a:endParaRPr sz="1600">
                        <a:latin typeface="Times New Roman"/>
                        <a:ea typeface="Times New Roman"/>
                        <a:cs typeface="Times New Roman"/>
                      </a:endParaRPr>
                    </a:p>
                  </a:txBody>
                  <a:tcPr marL="0" marR="0" marT="0" marB="0" anchor="ctr" horzOverflow="overflow">
                    <a:lnL w="12700">
                      <a:solidFill>
                        <a:srgbClr val="000000"/>
                      </a:solidFill>
                    </a:lnL>
                    <a:lnR w="12700">
                      <a:solidFill>
                        <a:srgbClr val="000000"/>
                      </a:solidFill>
                    </a:lnR>
                    <a:lnT w="12700">
                      <a:solidFill>
                        <a:srgbClr val="000000"/>
                      </a:solidFill>
                    </a:lnT>
                    <a:lnB w="12700" cmpd="sng">
                      <a:solidFill>
                        <a:srgbClr val="000000"/>
                      </a:solidFill>
                      <a:prstDash val="solid"/>
                    </a:lnB>
                    <a:noFill/>
                  </a:tcPr>
                </a:tc>
                <a:tc>
                  <a:txBody>
                    <a:bodyPr/>
                    <a:lstStyle/>
                    <a:p>
                      <a:pPr algn="ctr">
                        <a:buNone/>
                      </a:pPr>
                      <a:r>
                        <a:rPr sz="1200" b="0">
                          <a:latin typeface="Times New Roman"/>
                          <a:ea typeface="Times New Roman"/>
                          <a:cs typeface="Times New Roman"/>
                        </a:rPr>
                        <a:t>Machavarapu Lalith</a:t>
                      </a:r>
                      <a:endParaRPr sz="1600">
                        <a:latin typeface="Times New Roman"/>
                        <a:ea typeface="Times New Roman"/>
                        <a:cs typeface="Times New Roman"/>
                      </a:endParaRPr>
                    </a:p>
                  </a:txBody>
                  <a:tcPr marL="0" marR="0" marT="0" marB="0" anchor="ctr" horzOverflow="overflow">
                    <a:lnL w="12700" cmpd="sng">
                      <a:solidFill>
                        <a:srgbClr val="000000"/>
                      </a:solidFill>
                      <a:prstDash val="solid"/>
                    </a:lnL>
                    <a:lnR w="12700">
                      <a:solidFill>
                        <a:srgbClr val="000000"/>
                      </a:solidFill>
                    </a:lnR>
                    <a:lnT w="12700">
                      <a:solidFill>
                        <a:srgbClr val="000000"/>
                      </a:solidFill>
                    </a:lnT>
                    <a:lnB w="12700" cmpd="sng">
                      <a:solidFill>
                        <a:srgbClr val="000000"/>
                      </a:solidFill>
                      <a:prstDash val="solid"/>
                    </a:lnB>
                    <a:noFill/>
                  </a:tcPr>
                </a:tc>
                <a:tc>
                  <a:txBody>
                    <a:bodyPr/>
                    <a:lstStyle/>
                    <a:p>
                      <a:pPr algn="ctr">
                        <a:buNone/>
                      </a:pPr>
                      <a:r>
                        <a:rPr sz="1200" b="0">
                          <a:latin typeface="Times New Roman"/>
                          <a:ea typeface="Times New Roman"/>
                          <a:cs typeface="Times New Roman"/>
                        </a:rPr>
                        <a:t>AIE</a:t>
                      </a:r>
                      <a:endParaRPr sz="1600">
                        <a:latin typeface="Times New Roman"/>
                        <a:ea typeface="Times New Roman"/>
                        <a:cs typeface="Times New Roman"/>
                      </a:endParaRPr>
                    </a:p>
                  </a:txBody>
                  <a:tcPr marL="0" marR="0" marT="0" marB="0" anchor="ctr" horzOverflow="overflow">
                    <a:lnL w="12700">
                      <a:solidFill>
                        <a:srgbClr val="000000"/>
                      </a:solidFill>
                    </a:lnL>
                    <a:lnR w="12700">
                      <a:solidFill>
                        <a:srgbClr val="000000"/>
                      </a:solidFill>
                    </a:lnR>
                    <a:lnT w="12700">
                      <a:solidFill>
                        <a:srgbClr val="000000"/>
                      </a:solidFill>
                    </a:lnT>
                    <a:lnB w="12700" cmpd="sng">
                      <a:solidFill>
                        <a:srgbClr val="000000"/>
                      </a:solidFill>
                      <a:prstDash val="solid"/>
                    </a:lnB>
                    <a:noFill/>
                  </a:tcPr>
                </a:tc>
              </a:tr>
              <a:tr h="360605">
                <a:tc>
                  <a:txBody>
                    <a:bodyPr/>
                    <a:lstStyle/>
                    <a:p>
                      <a:pPr algn="ctr">
                        <a:buNone/>
                      </a:pPr>
                      <a:r>
                        <a:rPr sz="1200" b="0">
                          <a:latin typeface="Times New Roman"/>
                          <a:ea typeface="Times New Roman"/>
                          <a:cs typeface="Times New Roman"/>
                        </a:rPr>
                        <a:t>2</a:t>
                      </a:r>
                      <a:endParaRPr sz="1600">
                        <a:latin typeface="Times New Roman"/>
                        <a:ea typeface="Times New Roman"/>
                        <a:cs typeface="Times New Roman"/>
                      </a:endParaRPr>
                    </a:p>
                  </a:txBody>
                  <a:tcPr marL="0" marR="0" marT="0" marB="0" anchor="ctr" horzOverflow="overflow">
                    <a:lnL w="12700">
                      <a:solidFill>
                        <a:srgbClr val="000000"/>
                      </a:solidFill>
                    </a:lnL>
                    <a:lnR w="12700" cmpd="sng">
                      <a:solidFill>
                        <a:srgbClr val="000000"/>
                      </a:solidFill>
                      <a:prstDash val="solid"/>
                    </a:lnR>
                    <a:lnT w="12700">
                      <a:solidFill>
                        <a:srgbClr val="000000"/>
                      </a:solidFill>
                    </a:lnT>
                    <a:lnB w="12700" cmpd="sng">
                      <a:solidFill>
                        <a:srgbClr val="000000"/>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200" b="0">
                          <a:latin typeface="Times New Roman"/>
                          <a:ea typeface="Times New Roman"/>
                          <a:cs typeface="Times New Roman"/>
                        </a:rPr>
                        <a:t>BL.EN.U4AIE23037</a:t>
                      </a:r>
                      <a:endParaRPr sz="1600">
                        <a:latin typeface="Times New Roman"/>
                        <a:ea typeface="Times New Roman"/>
                        <a:cs typeface="Times New Roman"/>
                      </a:endParaRPr>
                    </a:p>
                  </a:txBody>
                  <a:tcPr marL="0" marR="0" marT="0" marB="0" anchor="ctr" horzOverflow="overflow">
                    <a:lnL w="12700" cmpd="sng">
                      <a:solidFill>
                        <a:srgbClr val="000000"/>
                      </a:solidFill>
                      <a:prstDash val="solid"/>
                    </a:lnL>
                    <a:lnR w="12700" cmpd="sng">
                      <a:solidFill>
                        <a:srgbClr val="000000"/>
                      </a:solidFill>
                      <a:prstDash val="solid"/>
                    </a:lnR>
                    <a:lnT w="12700">
                      <a:solidFill>
                        <a:srgbClr val="000000"/>
                      </a:solidFill>
                    </a:lnT>
                    <a:lnB w="12700" cmpd="sng">
                      <a:solidFill>
                        <a:srgbClr val="000000"/>
                      </a:solidFill>
                      <a:prstDash val="solid"/>
                    </a:lnB>
                    <a:noFill/>
                  </a:tcPr>
                </a:tc>
                <a:tc>
                  <a:txBody>
                    <a:bodyPr/>
                    <a:lstStyle/>
                    <a:p>
                      <a:pPr algn="ctr">
                        <a:buNone/>
                      </a:pPr>
                      <a:r>
                        <a:rPr sz="1200" b="0">
                          <a:latin typeface="Times New Roman"/>
                          <a:ea typeface="Times New Roman"/>
                          <a:cs typeface="Times New Roman"/>
                        </a:rPr>
                        <a:t>Rakesh Vemana</a:t>
                      </a:r>
                      <a:endParaRPr sz="1600">
                        <a:latin typeface="Times New Roman"/>
                        <a:ea typeface="Times New Roman"/>
                        <a:cs typeface="Times New Roman"/>
                      </a:endParaRPr>
                    </a:p>
                  </a:txBody>
                  <a:tcPr marL="0" marR="0" marT="0" marB="0" anchor="ctr" horzOverflow="overflow">
                    <a:lnL w="12700" cmpd="sng">
                      <a:solidFill>
                        <a:srgbClr val="000000"/>
                      </a:solidFill>
                      <a:prstDash val="solid"/>
                    </a:lnL>
                    <a:lnR w="12700" cmpd="sng">
                      <a:solidFill>
                        <a:srgbClr val="000000"/>
                      </a:solidFill>
                      <a:prstDash val="solid"/>
                    </a:lnR>
                    <a:lnT w="12700">
                      <a:solidFill>
                        <a:srgbClr val="000000"/>
                      </a:solidFill>
                    </a:lnT>
                    <a:lnB w="12700" cmpd="sng">
                      <a:solidFill>
                        <a:srgbClr val="000000"/>
                      </a:solidFill>
                      <a:prstDash val="solid"/>
                    </a:lnB>
                    <a:noFill/>
                  </a:tcPr>
                </a:tc>
                <a:tc>
                  <a:txBody>
                    <a:bodyPr/>
                    <a:lstStyle/>
                    <a:p>
                      <a:pPr algn="ctr">
                        <a:buNone/>
                      </a:pPr>
                      <a:r>
                        <a:rPr sz="1200" b="0">
                          <a:latin typeface="Times New Roman"/>
                          <a:ea typeface="Times New Roman"/>
                          <a:cs typeface="Times New Roman"/>
                        </a:rPr>
                        <a:t>AIE</a:t>
                      </a:r>
                      <a:endParaRPr sz="1600">
                        <a:latin typeface="Times New Roman"/>
                        <a:ea typeface="Times New Roman"/>
                        <a:cs typeface="Times New Roman"/>
                      </a:endParaRPr>
                    </a:p>
                  </a:txBody>
                  <a:tcPr marL="0" marR="0" marT="0" marB="0" anchor="ctr" horzOverflow="overflow">
                    <a:lnL w="12700" cmpd="sng">
                      <a:solidFill>
                        <a:srgbClr val="000000"/>
                      </a:solidFill>
                      <a:prstDash val="solid"/>
                    </a:lnL>
                    <a:lnR w="12700">
                      <a:solidFill>
                        <a:srgbClr val="000000"/>
                      </a:solidFill>
                    </a:lnR>
                    <a:lnT w="12700">
                      <a:solidFill>
                        <a:srgbClr val="000000"/>
                      </a:solidFill>
                    </a:lnT>
                    <a:lnB w="12700" cmpd="sng">
                      <a:solidFill>
                        <a:srgbClr val="000000"/>
                      </a:solidFill>
                      <a:prstDash val="solid"/>
                    </a:lnB>
                    <a:noFill/>
                  </a:tcPr>
                </a:tc>
              </a:tr>
              <a:tr h="360605">
                <a:tc>
                  <a:txBody>
                    <a:bodyPr/>
                    <a:lstStyle/>
                    <a:p>
                      <a:pPr algn="ctr">
                        <a:buNone/>
                      </a:pPr>
                      <a:r>
                        <a:rPr sz="1200" b="0">
                          <a:latin typeface="Times New Roman"/>
                          <a:ea typeface="Times New Roman"/>
                          <a:cs typeface="Times New Roman"/>
                        </a:rPr>
                        <a:t>3</a:t>
                      </a:r>
                      <a:endParaRPr sz="1600">
                        <a:latin typeface="Times New Roman"/>
                        <a:ea typeface="Times New Roman"/>
                        <a:cs typeface="Times New Roman"/>
                      </a:endParaRPr>
                    </a:p>
                  </a:txBody>
                  <a:tcPr marL="0" marR="0" marT="0" marB="0" anchor="ctr" horzOverflow="overflow">
                    <a:lnL w="12700">
                      <a:solidFill>
                        <a:srgbClr val="000000"/>
                      </a:solidFill>
                    </a:lnL>
                    <a:lnR w="12700" cmpd="sng">
                      <a:solidFill>
                        <a:srgbClr val="000000"/>
                      </a:solidFill>
                      <a:prstDash val="solid"/>
                    </a:lnR>
                    <a:lnT w="12700">
                      <a:solidFill>
                        <a:srgbClr val="000000"/>
                      </a:solidFill>
                    </a:lnT>
                    <a:lnB w="12700" cmpd="sng">
                      <a:solidFill>
                        <a:srgbClr val="000000"/>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200" b="0">
                          <a:latin typeface="Times New Roman"/>
                          <a:ea typeface="Times New Roman"/>
                          <a:cs typeface="Times New Roman"/>
                        </a:rPr>
                        <a:t>BL.EN.U4AIE23042</a:t>
                      </a:r>
                      <a:endParaRPr sz="1600">
                        <a:latin typeface="Times New Roman"/>
                        <a:ea typeface="Times New Roman"/>
                        <a:cs typeface="Times New Roman"/>
                      </a:endParaRPr>
                    </a:p>
                  </a:txBody>
                  <a:tcPr marL="0" marR="0" marT="0" marB="0" anchor="ctr" horzOverflow="overflow">
                    <a:lnL w="12700" cmpd="sng">
                      <a:solidFill>
                        <a:srgbClr val="000000"/>
                      </a:solidFill>
                      <a:prstDash val="solid"/>
                    </a:lnL>
                    <a:lnR w="12700" cmpd="sng">
                      <a:solidFill>
                        <a:srgbClr val="000000"/>
                      </a:solidFill>
                      <a:prstDash val="solid"/>
                    </a:lnR>
                    <a:lnT w="12700">
                      <a:solidFill>
                        <a:srgbClr val="000000"/>
                      </a:solidFill>
                    </a:lnT>
                    <a:lnB w="12700" cmpd="sng">
                      <a:solidFill>
                        <a:srgbClr val="000000"/>
                      </a:solidFill>
                      <a:prstDash val="solid"/>
                    </a:lnB>
                    <a:noFill/>
                  </a:tcPr>
                </a:tc>
                <a:tc>
                  <a:txBody>
                    <a:bodyPr/>
                    <a:lstStyle/>
                    <a:p>
                      <a:pPr algn="ctr">
                        <a:buNone/>
                      </a:pPr>
                      <a:r>
                        <a:rPr sz="1200" b="0">
                          <a:latin typeface="Times New Roman"/>
                          <a:ea typeface="Times New Roman"/>
                          <a:cs typeface="Times New Roman"/>
                        </a:rPr>
                        <a:t>N Suchitha</a:t>
                      </a:r>
                      <a:endParaRPr sz="1600">
                        <a:latin typeface="Times New Roman"/>
                        <a:ea typeface="Times New Roman"/>
                        <a:cs typeface="Times New Roman"/>
                      </a:endParaRPr>
                    </a:p>
                  </a:txBody>
                  <a:tcPr marL="0" marR="0" marT="0" marB="0" anchor="ctr" horzOverflow="overflow">
                    <a:lnL w="12700" cmpd="sng">
                      <a:solidFill>
                        <a:srgbClr val="000000"/>
                      </a:solidFill>
                      <a:prstDash val="solid"/>
                    </a:lnL>
                    <a:lnR w="12700" cmpd="sng">
                      <a:solidFill>
                        <a:srgbClr val="000000"/>
                      </a:solidFill>
                      <a:prstDash val="solid"/>
                    </a:lnR>
                    <a:lnT w="12700">
                      <a:solidFill>
                        <a:srgbClr val="000000"/>
                      </a:solidFill>
                    </a:lnT>
                    <a:lnB w="12700" cmpd="sng">
                      <a:solidFill>
                        <a:srgbClr val="000000"/>
                      </a:solidFill>
                      <a:prstDash val="solid"/>
                    </a:lnB>
                    <a:noFill/>
                  </a:tcPr>
                </a:tc>
                <a:tc>
                  <a:txBody>
                    <a:bodyPr/>
                    <a:lstStyle/>
                    <a:p>
                      <a:pPr algn="ctr">
                        <a:buNone/>
                      </a:pPr>
                      <a:r>
                        <a:rPr sz="1200" b="0">
                          <a:latin typeface="Times New Roman"/>
                          <a:ea typeface="Times New Roman"/>
                          <a:cs typeface="Times New Roman"/>
                        </a:rPr>
                        <a:t>AIE</a:t>
                      </a:r>
                      <a:endParaRPr sz="1600">
                        <a:latin typeface="Times New Roman"/>
                        <a:ea typeface="Times New Roman"/>
                        <a:cs typeface="Times New Roman"/>
                      </a:endParaRPr>
                    </a:p>
                  </a:txBody>
                  <a:tcPr marL="0" marR="0" marT="0" marB="0" anchor="ctr" horzOverflow="overflow">
                    <a:lnL w="12700" cmpd="sng">
                      <a:solidFill>
                        <a:srgbClr val="000000"/>
                      </a:solidFill>
                      <a:prstDash val="solid"/>
                    </a:lnL>
                    <a:lnR w="12700">
                      <a:solidFill>
                        <a:srgbClr val="000000"/>
                      </a:solidFill>
                    </a:lnR>
                    <a:lnT w="12700">
                      <a:solidFill>
                        <a:srgbClr val="000000"/>
                      </a:solidFill>
                    </a:lnT>
                    <a:lnB w="12700" cmpd="sng">
                      <a:solidFill>
                        <a:srgbClr val="000000"/>
                      </a:solidFill>
                      <a:prstDash val="solid"/>
                    </a:lnB>
                    <a:noFill/>
                  </a:tcPr>
                </a:tc>
              </a:tr>
              <a:tr h="360605">
                <a:tc>
                  <a:txBody>
                    <a:bodyPr/>
                    <a:lstStyle/>
                    <a:p>
                      <a:pPr algn="ctr">
                        <a:buNone/>
                      </a:pPr>
                      <a:r>
                        <a:rPr sz="1600" b="0">
                          <a:latin typeface="Times New Roman"/>
                          <a:ea typeface="Times New Roman"/>
                          <a:cs typeface="Times New Roman"/>
                        </a:rPr>
                        <a:t/>
                      </a:r>
                      <a:endParaRPr sz="1600">
                        <a:latin typeface="Times New Roman"/>
                        <a:ea typeface="Times New Roman"/>
                        <a:cs typeface="Times New Roman"/>
                      </a:endParaRPr>
                    </a:p>
                  </a:txBody>
                  <a:tcPr marL="0" marR="0" marT="0" marB="0" anchor="ctr" horzOverflow="overflow">
                    <a:lnL w="12700">
                      <a:solidFill>
                        <a:srgbClr val="000000"/>
                      </a:solidFill>
                    </a:lnL>
                    <a:lnR w="12700" cmpd="sng">
                      <a:solidFill>
                        <a:srgbClr val="000000"/>
                      </a:solidFill>
                      <a:prstDash val="solid"/>
                    </a:lnR>
                    <a:lnT w="12700">
                      <a:solidFill>
                        <a:srgbClr val="000000"/>
                      </a:solidFill>
                    </a:lnT>
                    <a:lnB w="12700">
                      <a:solidFill>
                        <a:srgbClr val="000000"/>
                      </a:solidFill>
                    </a:lnB>
                    <a:noFill/>
                  </a:tcPr>
                </a:tc>
                <a:tc>
                  <a:txBody>
                    <a:bodyPr/>
                    <a:lstStyle/>
                    <a:p>
                      <a:pPr marL="0" marR="0" lvl="0" indent="0" algn="ctr" defTabSz="914400">
                        <a:lnSpc>
                          <a:spcPct val="100000"/>
                        </a:lnSpc>
                        <a:spcBef>
                          <a:spcPts val="0"/>
                        </a:spcBef>
                        <a:spcAft>
                          <a:spcPts val="0"/>
                        </a:spcAft>
                        <a:buClrTx/>
                        <a:buSzTx/>
                        <a:buFontTx/>
                        <a:buNone/>
                      </a:pPr>
                      <a:r>
                        <a:rPr sz="1800" b="0">
                          <a:latin typeface="Times New Roman"/>
                          <a:ea typeface="Times New Roman"/>
                          <a:cs typeface="Times New Roman"/>
                        </a:rPr>
                        <a:t/>
                      </a:r>
                      <a:endParaRPr sz="1600">
                        <a:latin typeface="Times New Roman"/>
                        <a:ea typeface="Times New Roman"/>
                        <a:cs typeface="Times New Roman"/>
                      </a:endParaRPr>
                    </a:p>
                  </a:txBody>
                  <a:tcPr marL="0" marR="0" marT="0" marB="0" anchor="ctr" horzOverflow="overflow">
                    <a:lnL w="12700" cmpd="sng">
                      <a:solidFill>
                        <a:srgbClr val="000000"/>
                      </a:solidFill>
                      <a:prstDash val="solid"/>
                    </a:lnL>
                    <a:lnR w="12700" cmpd="sng">
                      <a:solidFill>
                        <a:srgbClr val="000000"/>
                      </a:solidFill>
                      <a:prstDash val="solid"/>
                    </a:lnR>
                    <a:lnT w="12700">
                      <a:solidFill>
                        <a:srgbClr val="000000"/>
                      </a:solidFill>
                    </a:lnT>
                    <a:lnB w="12700">
                      <a:solidFill>
                        <a:srgbClr val="000000"/>
                      </a:solidFill>
                    </a:lnB>
                    <a:noFill/>
                  </a:tcPr>
                </a:tc>
                <a:tc>
                  <a:txBody>
                    <a:bodyPr/>
                    <a:lstStyle/>
                    <a:p>
                      <a:pPr algn="ctr">
                        <a:buNone/>
                      </a:pPr>
                      <a:r>
                        <a:rPr sz="1800" b="0">
                          <a:latin typeface="Times New Roman"/>
                          <a:ea typeface="Times New Roman"/>
                          <a:cs typeface="Times New Roman"/>
                        </a:rPr>
                        <a:t/>
                      </a:r>
                      <a:endParaRPr sz="1600">
                        <a:latin typeface="Times New Roman"/>
                        <a:ea typeface="Times New Roman"/>
                        <a:cs typeface="Times New Roman"/>
                      </a:endParaRPr>
                    </a:p>
                  </a:txBody>
                  <a:tcPr marL="0" marR="0" marT="0" marB="0" anchor="ctr" horzOverflow="overflow">
                    <a:lnL w="12700" cmpd="sng">
                      <a:solidFill>
                        <a:srgbClr val="000000"/>
                      </a:solidFill>
                      <a:prstDash val="solid"/>
                    </a:lnL>
                    <a:lnR w="12700" cmpd="sng">
                      <a:solidFill>
                        <a:srgbClr val="000000"/>
                      </a:solidFill>
                      <a:prstDash val="solid"/>
                    </a:lnR>
                    <a:lnT w="12700">
                      <a:solidFill>
                        <a:srgbClr val="000000"/>
                      </a:solidFill>
                    </a:lnT>
                    <a:lnB w="12700">
                      <a:solidFill>
                        <a:srgbClr val="000000"/>
                      </a:solidFill>
                    </a:lnB>
                    <a:noFill/>
                  </a:tcPr>
                </a:tc>
                <a:tc>
                  <a:txBody>
                    <a:bodyPr/>
                    <a:lstStyle/>
                    <a:p>
                      <a:pPr algn="ctr">
                        <a:buNone/>
                      </a:pPr>
                      <a:r>
                        <a:rPr sz="1800" b="0">
                          <a:latin typeface="Times New Roman"/>
                          <a:ea typeface="Times New Roman"/>
                          <a:cs typeface="Times New Roman"/>
                        </a:rPr>
                        <a:t/>
                      </a:r>
                      <a:endParaRPr sz="1600">
                        <a:latin typeface="Times New Roman"/>
                        <a:ea typeface="Times New Roman"/>
                        <a:cs typeface="Times New Roman"/>
                      </a:endParaRPr>
                    </a:p>
                  </a:txBody>
                  <a:tcPr marL="0" marR="0" marT="0" marB="0" anchor="ctr" horzOverflow="overflow">
                    <a:lnL w="12700" cmpd="sng">
                      <a:solidFill>
                        <a:srgbClr val="000000"/>
                      </a:solidFill>
                      <a:prstDash val="solid"/>
                    </a:lnL>
                    <a:lnR w="12700">
                      <a:solidFill>
                        <a:srgbClr val="000000"/>
                      </a:solidFill>
                    </a:lnR>
                    <a:lnT w="12700">
                      <a:solidFill>
                        <a:srgbClr val="000000"/>
                      </a:solidFill>
                    </a:lnT>
                    <a:lnB w="12700">
                      <a:solidFill>
                        <a:srgbClr val="000000"/>
                      </a:solidFill>
                    </a:lnB>
                    <a:noFill/>
                  </a:tcPr>
                </a:tc>
              </a:tr>
            </a:tbl>
          </a:graphicData>
        </a:graphic>
      </p:graphicFrame>
      <p:sp>
        <p:nvSpPr>
          <p:cNvPr id="2" name="TextBox 1">
            <a:extLst xmlns:a="http://schemas.openxmlformats.org/drawingml/2006/main">
              <a:ext uri="{FF2B5EF4-FFF2-40B4-BE49-F238E27FC236}">
                <a16:creationId xmlns:a16="http://schemas.microsoft.com/office/drawing/2014/main" id="{87209D05-1475-45A4-AC2B-E329ADD94087}"/>
              </a:ext>
            </a:extLst>
          </p:cNvPr>
          <p:cNvSpPr>
            <a:spLocks xmlns:a="http://schemas.openxmlformats.org/drawingml/2006/main" noGrp="1"/>
          </p:cNvSpPr>
          <p:nvPr/>
        </p:nvSpPr>
        <p:spPr>
          <a:xfrm xmlns:a="http://schemas.openxmlformats.org/drawingml/2006/main">
            <a:off x="830638" y="5779566"/>
            <a:ext cx="92396" cy="307775"/>
          </a:xfrm>
          <a:prstGeom xmlns:a="http://schemas.openxmlformats.org/drawingml/2006/main" prst="rect">
            <a:avLst/>
          </a:prstGeom>
          <a:noFill xmlns:a="http://schemas.openxmlformats.org/drawingml/2006/main"/>
          <a:ln xmlns:a="http://schemas.openxmlformats.org/drawingml/2006/main" w="12700" cap="flat">
            <a:noFill/>
            <a:miter/>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none" lIns="45719" tIns="45719" rIns="45719" bIns="45719" anchor="t">
            <a:spAutoFit/>
          </a:bodyPr>
          <a:lstStyle xmlns:a="http://schemas.openxmlformats.org/drawingml/2006/main"/>
          <a:p xmlns:a="http://schemas.openxmlformats.org/drawingml/2006/main">
            <a:pPr marL="0" marR="0" indent="0" algn="l" defTabSz="914400">
              <a:lnSpc>
                <a:spcPct val="100000"/>
              </a:lnSpc>
              <a:spcBef>
                <a:spcPts val="0"/>
              </a:spcBef>
              <a:spcAft>
                <a:spcPts val="0"/>
              </a:spcAft>
              <a:buClrTx/>
              <a:buSzTx/>
              <a:buFontTx/>
              <a:buNone/>
            </a:pPr>
            <a:endParaRPr sz="1400" b="0" i="0" u="none" strike="noStrike" cap="none" spc="0" baseline="0">
              <a:ln>
                <a:noFill/>
              </a:ln>
              <a:solidFill>
                <a:srgbClr val="000000"/>
              </a:solidFill>
              <a:latin typeface="Times New Roman"/>
              <a:ea typeface="Times New Roman"/>
              <a:cs typeface="Times New Roman"/>
            </a:endParaRPr>
          </a:p>
        </p:txBody>
      </p:sp>
      <p:sp>
        <p:nvSpPr>
          <p:cNvPr id="3" name="TextBox 2">
            <a:extLst xmlns:a="http://schemas.openxmlformats.org/drawingml/2006/main">
              <a:ext uri="{FF2B5EF4-FFF2-40B4-BE49-F238E27FC236}">
                <a16:creationId xmlns:a16="http://schemas.microsoft.com/office/drawing/2014/main" id="{BFC2287A-6429-4961-B65C-552A85F07977}"/>
              </a:ext>
            </a:extLst>
          </p:cNvPr>
          <p:cNvSpPr>
            <a:spLocks xmlns:a="http://schemas.openxmlformats.org/drawingml/2006/main" noGrp="1"/>
          </p:cNvSpPr>
          <p:nvPr/>
        </p:nvSpPr>
        <p:spPr>
          <a:xfrm xmlns:a="http://schemas.openxmlformats.org/drawingml/2006/main">
            <a:off x="830638" y="5591102"/>
            <a:ext cx="4823286" cy="525778"/>
          </a:xfrm>
          <a:prstGeom xmlns:a="http://schemas.openxmlformats.org/drawingml/2006/main" prst="rect">
            <a:avLst/>
          </a:prstGeom>
          <a:noFill xmlns:a="http://schemas.openxmlformats.org/drawingml/2006/main"/>
          <a:ln xmlns:a="http://schemas.openxmlformats.org/drawingml/2006/main" w="12700" cap="flat">
            <a:noFill/>
            <a:miter/>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45719" tIns="45719" rIns="45719" bIns="45719" anchor="t">
            <a:normAutofit fontScale="100000"/>
          </a:bodyPr>
          <a:lstStyle xmlns:a="http://schemas.openxmlformats.org/drawingml/2006/main">
            <a:defPPr algn="l">
              <a:defRPr sz="1425" b="1">
                <a:solidFill>
                  <a:srgbClr val="151515"/>
                </a:solidFill>
                <a:latin typeface="Times New Roman"/>
                <a:ea typeface="Times New Roman"/>
                <a:cs typeface="Times New Roman"/>
              </a:defRPr>
            </a:defPPr>
          </a:lstStyle>
          <a:p xmlns:a="http://schemas.openxmlformats.org/drawingml/2006/main">
            <a:pPr marL="0" marR="0" indent="0" algn="l" defTabSz="914400">
              <a:lnSpc>
                <a:spcPct val="100000"/>
              </a:lnSpc>
              <a:spcBef>
                <a:spcPts val="0"/>
              </a:spcBef>
              <a:spcAft>
                <a:spcPts val="0"/>
              </a:spcAft>
              <a:buClrTx/>
              <a:buSzTx/>
              <a:buFontTx/>
              <a:buNone/>
              <a:defRPr sz="1425" b="1">
                <a:solidFill>
                  <a:srgbClr val="151515"/>
                </a:solidFill>
                <a:latin typeface="Times New Roman"/>
                <a:ea typeface="Times New Roman"/>
                <a:cs typeface="Times New Roman"/>
              </a:defRPr>
            </a:pPr>
            <a:r>
              <a:rPr sz="1425" b="1">
                <a:solidFill>
                  <a:srgbClr val="151515"/>
                </a:solidFill>
                <a:latin typeface="Times New Roman"/>
                <a:ea typeface="Times New Roman"/>
                <a:cs typeface="Times New Roman"/>
              </a:rPr>
              <a:t>Project Guide: Dr. Kavya Sai Yaddanapudi</a:t>
            </a:r>
          </a:p>
          <a:p xmlns:a="http://schemas.openxmlformats.org/drawingml/2006/main">
            <a:pPr marL="0" marR="0" indent="0" algn="l" defTabSz="914400">
              <a:lnSpc>
                <a:spcPct val="100000"/>
              </a:lnSpc>
              <a:spcBef>
                <a:spcPts val="0"/>
              </a:spcBef>
              <a:spcAft>
                <a:spcPts val="0"/>
              </a:spcAft>
              <a:buClrTx/>
              <a:buSzTx/>
              <a:buFontTx/>
              <a:buNone/>
              <a:defRPr sz="1425" b="1">
                <a:solidFill>
                  <a:srgbClr val="151515"/>
                </a:solidFill>
                <a:latin typeface="Times New Roman"/>
                <a:ea typeface="Times New Roman"/>
                <a:cs typeface="Times New Roman"/>
              </a:defRPr>
            </a:pPr>
            <a:r>
              <a:rPr sz="1425" b="1">
                <a:solidFill>
                  <a:srgbClr val="151515"/>
                </a:solidFill>
                <a:latin typeface="Times New Roman"/>
                <a:ea typeface="Times New Roman"/>
                <a:cs typeface="Times New Roman"/>
              </a:rPr>
              <a:t>Assistant Professor</a:t>
            </a:r>
            <a:endParaRPr sz="1800" b="1"/>
          </a:p>
        </p:txBody>
      </p:sp>
    </p:spTree>
    <p:extLst>
      <p:ext uri="{BB962C8B-B14F-4D97-AF65-F5344CB8AC3E}">
        <p14:creationId xmlns:p14="http://schemas.microsoft.com/office/powerpoint/2010/main" val="1538512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E2598689-54C9-18A7-3A19-ED76AA08988F}" type="slidenum">
              <a:rPr sz="1425">
                <a:solidFill>
                  <a:srgbClr val="151515"/>
                </a:solidFill>
                <a:latin typeface="Times New Roman"/>
                <a:ea typeface="Times New Roman"/>
                <a:cs typeface="Times New Roman"/>
              </a:rPr>
              <a:t>2</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From first review to second review</a:t>
            </a:r>
            <a:endParaRPr sz="3200"/>
          </a:p>
        </p:txBody>
      </p:sp>
      <p:sp>
        <p:nvSpPr>
          <p:cNvPr id="158" name="review1-summary">
            <a:extLst xmlns:a="http://schemas.openxmlformats.org/drawingml/2006/main">
              <a:ext uri="{FF2B5EF4-FFF2-40B4-BE49-F238E27FC236}">
                <a16:creationId xmlns:a16="http://schemas.microsoft.com/office/drawing/2014/main" id="{95BD5143-6450-4B9F-AC87-09085B917CF5}"/>
              </a:ext>
            </a:extLst>
          </p:cNvPr>
          <p:cNvSpPr>
            <a:spLocks xmlns:a="http://schemas.openxmlformats.org/drawingml/2006/main" noGrp="1"/>
          </p:cNvSpPr>
          <p:nvPr/>
        </p:nvSpPr>
        <p:spPr>
          <a:xfrm xmlns:a="http://schemas.openxmlformats.org/drawingml/2006/main">
            <a:off x="914400" y="1524000"/>
            <a:ext cx="731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800" b="0">
                <a:solidFill>
                  <a:srgbClr val="151515"/>
                </a:solidFill>
                <a:latin typeface="Times New Roman"/>
                <a:ea typeface="Times New Roman"/>
                <a:cs typeface="Times New Roman"/>
              </a:defRPr>
            </a:defPPr>
          </a:lstStyle>
          <a:p xmlns:a="http://schemas.openxmlformats.org/drawingml/2006/main">
            <a:pPr algn="ctr">
              <a:lnSpc>
                <a:spcPct val="105000"/>
              </a:lnSpc>
              <a:buNone/>
              <a:defRPr sz="1800" b="0">
                <a:solidFill>
                  <a:srgbClr val="151515"/>
                </a:solidFill>
                <a:latin typeface="Times New Roman"/>
                <a:ea typeface="Times New Roman"/>
                <a:cs typeface="Times New Roman"/>
              </a:defRPr>
            </a:pPr>
            <a:r>
              <a:rPr sz="1800" b="0">
                <a:solidFill>
                  <a:srgbClr val="151515"/>
                </a:solidFill>
                <a:latin typeface="Times New Roman"/>
                <a:ea typeface="Times New Roman"/>
                <a:cs typeface="Times New Roman"/>
              </a:rPr>
              <a:t>Review 1 proposed a voice assistant that recognises dysarthric speech, understands the request and confirms actions when uncertain.</a:t>
            </a:r>
          </a:p>
        </p:txBody>
      </p:sp>
      <p:sp>
        <p:nvSpPr>
          <p:cNvPr id="159" name="phase1-focus">
            <a:extLst xmlns:a="http://schemas.openxmlformats.org/drawingml/2006/main">
              <a:ext uri="{FF2B5EF4-FFF2-40B4-BE49-F238E27FC236}">
                <a16:creationId xmlns:a16="http://schemas.microsoft.com/office/drawing/2014/main" id="{61D05AB8-ED66-42DD-9DA8-C25698F1D2E3}"/>
              </a:ext>
            </a:extLst>
          </p:cNvPr>
          <p:cNvSpPr>
            <a:spLocks xmlns:a="http://schemas.openxmlformats.org/drawingml/2006/main" noGrp="1"/>
          </p:cNvSpPr>
          <p:nvPr/>
        </p:nvSpPr>
        <p:spPr>
          <a:xfrm xmlns:a="http://schemas.openxmlformats.org/drawingml/2006/main">
            <a:off x="1095375" y="2428875"/>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800" b="1">
                <a:solidFill>
                  <a:srgbClr val="151515"/>
                </a:solidFill>
                <a:latin typeface="Times New Roman"/>
                <a:ea typeface="Times New Roman"/>
                <a:cs typeface="Times New Roman"/>
              </a:defRPr>
            </a:defPPr>
          </a:lstStyle>
          <a:p xmlns:a="http://schemas.openxmlformats.org/drawingml/2006/main">
            <a:pPr algn="ctr">
              <a:lnSpc>
                <a:spcPct val="105000"/>
              </a:lnSpc>
              <a:buNone/>
              <a:defRPr sz="1800" b="1">
                <a:solidFill>
                  <a:srgbClr val="151515"/>
                </a:solidFill>
                <a:latin typeface="Times New Roman"/>
                <a:ea typeface="Times New Roman"/>
                <a:cs typeface="Times New Roman"/>
              </a:defRPr>
            </a:pPr>
            <a:r>
              <a:rPr sz="1800" b="1">
                <a:solidFill>
                  <a:srgbClr val="151515"/>
                </a:solidFill>
                <a:latin typeface="Times New Roman"/>
                <a:ea typeface="Times New Roman"/>
                <a:cs typeface="Times New Roman"/>
              </a:rPr>
              <a:t>This review reports the recognition foundation: TORGO data, baseline models, LoRA adaptation and speaker personalisation.</a:t>
            </a:r>
          </a:p>
        </p:txBody>
      </p:sp>
      <p:pic>
        <p:nvPicPr>
          <p:cNvPr id="160" name="">
            <a:extLst xmlns:a="http://schemas.openxmlformats.org/drawingml/2006/main">
              <a:ext uri="{FF2B5EF4-FFF2-40B4-BE49-F238E27FC236}">
                <a16:creationId xmlns:a16="http://schemas.microsoft.com/office/drawing/2014/main" id="{94ABA9AA-E799-4C85-A12C-B6287AB93DB4}"/>
              </a:ext>
            </a:extLst>
          </p:cNvPr>
          <p:cNvPicPr>
            <a:picLocks xmlns:a="http://schemas.openxmlformats.org/drawingml/2006/main" noChangeAspect="1"/>
          </p:cNvPicPr>
          <p:nvPr/>
        </p:nvPicPr>
        <p:blipFill>
          <a:blip xmlns:r="http://schemas.openxmlformats.org/officeDocument/2006/relationships" xmlns:a="http://schemas.openxmlformats.org/drawingml/2006/main" r:embed="R43eaa1a4db53488c"/>
          <a:stretch xmlns:a="http://schemas.openxmlformats.org/drawingml/2006/main"/>
        </p:blipFill>
        <p:spPr>
          <a:xfrm xmlns:a="http://schemas.openxmlformats.org/drawingml/2006/main">
            <a:off x="2000250" y="3857625"/>
            <a:ext cx="5143500" cy="1714500"/>
          </a:xfrm>
          <a:prstGeom xmlns:a="http://schemas.openxmlformats.org/drawingml/2006/main" prst="rect">
            <a:avLst/>
          </a:prstGeom>
        </p:spPr>
      </p:pic>
    </p:spTree>
    <p:extLst>
      <p:ext uri="{BB962C8B-B14F-4D97-AF65-F5344CB8AC3E}">
        <p14:creationId xmlns:p14="http://schemas.microsoft.com/office/powerpoint/2010/main" val="15221906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202359C0-8A7A-196E-DD58-8E6569619F09}" type="slidenum">
              <a:rPr sz="1425">
                <a:solidFill>
                  <a:srgbClr val="151515"/>
                </a:solidFill>
                <a:latin typeface="Times New Roman"/>
                <a:ea typeface="Times New Roman"/>
                <a:cs typeface="Times New Roman"/>
              </a:rPr>
              <a:t>3</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What Phase 1 set out to test</a:t>
            </a:r>
            <a:endParaRPr sz="3200"/>
          </a:p>
        </p:txBody>
      </p:sp>
      <p:sp>
        <p:nvSpPr>
          <p:cNvPr id="158" name="question1">
            <a:extLst xmlns:a="http://schemas.openxmlformats.org/drawingml/2006/main">
              <a:ext uri="{FF2B5EF4-FFF2-40B4-BE49-F238E27FC236}">
                <a16:creationId xmlns:a16="http://schemas.microsoft.com/office/drawing/2014/main" id="{E26067A4-B1A6-4606-8A67-8EDACAC8F135}"/>
              </a:ext>
            </a:extLst>
          </p:cNvPr>
          <p:cNvSpPr>
            <a:spLocks xmlns:a="http://schemas.openxmlformats.org/drawingml/2006/main" noGrp="1"/>
          </p:cNvSpPr>
          <p:nvPr/>
        </p:nvSpPr>
        <p:spPr>
          <a:xfrm xmlns:a="http://schemas.openxmlformats.org/drawingml/2006/main">
            <a:off x="952500" y="1685925"/>
            <a:ext cx="723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800" b="0">
                <a:solidFill>
                  <a:srgbClr val="151515"/>
                </a:solidFill>
                <a:latin typeface="Times New Roman"/>
                <a:ea typeface="Times New Roman"/>
                <a:cs typeface="Times New Roman"/>
              </a:defRPr>
            </a:defPPr>
          </a:lstStyle>
          <a:p xmlns:a="http://schemas.openxmlformats.org/drawingml/2006/main">
            <a:pPr algn="l">
              <a:lnSpc>
                <a:spcPct val="105000"/>
              </a:lnSpc>
              <a:buNone/>
              <a:defRPr sz="1800" b="0">
                <a:solidFill>
                  <a:srgbClr val="151515"/>
                </a:solidFill>
                <a:latin typeface="Times New Roman"/>
                <a:ea typeface="Times New Roman"/>
                <a:cs typeface="Times New Roman"/>
              </a:defRPr>
            </a:pPr>
            <a:r>
              <a:rPr sz="1800" b="0">
                <a:solidFill>
                  <a:srgbClr val="151515"/>
                </a:solidFill>
                <a:latin typeface="Times New Roman"/>
                <a:ea typeface="Times New Roman"/>
                <a:cs typeface="Times New Roman"/>
              </a:rPr>
              <a:t>1  How much do ready-made ASR models struggle as dysarthria becomes more severe?</a:t>
            </a:r>
          </a:p>
        </p:txBody>
      </p:sp>
      <p:sp>
        <p:nvSpPr>
          <p:cNvPr id="159" name="question2">
            <a:extLst xmlns:a="http://schemas.openxmlformats.org/drawingml/2006/main">
              <a:ext uri="{FF2B5EF4-FFF2-40B4-BE49-F238E27FC236}">
                <a16:creationId xmlns:a16="http://schemas.microsoft.com/office/drawing/2014/main" id="{92CEAB32-DC2B-4E3F-9512-5D7A486C3283}"/>
              </a:ext>
            </a:extLst>
          </p:cNvPr>
          <p:cNvSpPr>
            <a:spLocks xmlns:a="http://schemas.openxmlformats.org/drawingml/2006/main" noGrp="1"/>
          </p:cNvSpPr>
          <p:nvPr/>
        </p:nvSpPr>
        <p:spPr>
          <a:xfrm xmlns:a="http://schemas.openxmlformats.org/drawingml/2006/main">
            <a:off x="952500" y="2733675"/>
            <a:ext cx="723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800" b="0">
                <a:solidFill>
                  <a:srgbClr val="151515"/>
                </a:solidFill>
                <a:latin typeface="Times New Roman"/>
                <a:ea typeface="Times New Roman"/>
                <a:cs typeface="Times New Roman"/>
              </a:defRPr>
            </a:defPPr>
          </a:lstStyle>
          <a:p xmlns:a="http://schemas.openxmlformats.org/drawingml/2006/main">
            <a:pPr algn="l">
              <a:lnSpc>
                <a:spcPct val="105000"/>
              </a:lnSpc>
              <a:buNone/>
              <a:defRPr sz="1800" b="0">
                <a:solidFill>
                  <a:srgbClr val="151515"/>
                </a:solidFill>
                <a:latin typeface="Times New Roman"/>
                <a:ea typeface="Times New Roman"/>
                <a:cs typeface="Times New Roman"/>
              </a:defRPr>
            </a:pPr>
            <a:r>
              <a:rPr sz="1800" b="0">
                <a:solidFill>
                  <a:srgbClr val="151515"/>
                </a:solidFill>
                <a:latin typeface="Times New Roman"/>
                <a:ea typeface="Times New Roman"/>
                <a:cs typeface="Times New Roman"/>
              </a:rPr>
              <a:t>2  Can a small LoRA adapter improve speech recognition for a speaker excluded from training?</a:t>
            </a:r>
          </a:p>
        </p:txBody>
      </p:sp>
      <p:sp>
        <p:nvSpPr>
          <p:cNvPr id="160" name="question3">
            <a:extLst xmlns:a="http://schemas.openxmlformats.org/drawingml/2006/main">
              <a:ext uri="{FF2B5EF4-FFF2-40B4-BE49-F238E27FC236}">
                <a16:creationId xmlns:a16="http://schemas.microsoft.com/office/drawing/2014/main" id="{498DE7F3-20BB-4B82-B977-84507DF003CE}"/>
              </a:ext>
            </a:extLst>
          </p:cNvPr>
          <p:cNvSpPr>
            <a:spLocks xmlns:a="http://schemas.openxmlformats.org/drawingml/2006/main" noGrp="1"/>
          </p:cNvSpPr>
          <p:nvPr/>
        </p:nvSpPr>
        <p:spPr>
          <a:xfrm xmlns:a="http://schemas.openxmlformats.org/drawingml/2006/main">
            <a:off x="952500" y="3781425"/>
            <a:ext cx="723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800" b="0">
                <a:solidFill>
                  <a:srgbClr val="151515"/>
                </a:solidFill>
                <a:latin typeface="Times New Roman"/>
                <a:ea typeface="Times New Roman"/>
                <a:cs typeface="Times New Roman"/>
              </a:defRPr>
            </a:defPPr>
          </a:lstStyle>
          <a:p xmlns:a="http://schemas.openxmlformats.org/drawingml/2006/main">
            <a:pPr algn="l">
              <a:lnSpc>
                <a:spcPct val="105000"/>
              </a:lnSpc>
              <a:buNone/>
              <a:defRPr sz="1800" b="0">
                <a:solidFill>
                  <a:srgbClr val="151515"/>
                </a:solidFill>
                <a:latin typeface="Times New Roman"/>
                <a:ea typeface="Times New Roman"/>
                <a:cs typeface="Times New Roman"/>
              </a:defRPr>
            </a:pPr>
            <a:r>
              <a:rPr sz="1800" b="0">
                <a:solidFill>
                  <a:srgbClr val="151515"/>
                </a:solidFill>
                <a:latin typeface="Times New Roman"/>
                <a:ea typeface="Times New Roman"/>
                <a:cs typeface="Times New Roman"/>
              </a:rPr>
              <a:t>3  Does a few minutes of that speaker’s own speech improve recognition further?</a:t>
            </a:r>
          </a:p>
        </p:txBody>
      </p:sp>
      <p:sp>
        <p:nvSpPr>
          <p:cNvPr id="161" name="scope">
            <a:extLst xmlns:a="http://schemas.openxmlformats.org/drawingml/2006/main">
              <a:ext uri="{FF2B5EF4-FFF2-40B4-BE49-F238E27FC236}">
                <a16:creationId xmlns:a16="http://schemas.microsoft.com/office/drawing/2014/main" id="{7AD1D7FE-216C-4778-843E-D714931DB35E}"/>
              </a:ext>
            </a:extLst>
          </p:cNvPr>
          <p:cNvSpPr>
            <a:spLocks xmlns:a="http://schemas.openxmlformats.org/drawingml/2006/main" noGrp="1"/>
          </p:cNvSpPr>
          <p:nvPr/>
        </p:nvSpPr>
        <p:spPr>
          <a:xfrm xmlns:a="http://schemas.openxmlformats.org/drawingml/2006/main">
            <a:off x="952500" y="50482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500" b="1">
                <a:solidFill>
                  <a:srgbClr val="963651"/>
                </a:solidFill>
                <a:latin typeface="Times New Roman"/>
                <a:ea typeface="Times New Roman"/>
                <a:cs typeface="Times New Roman"/>
              </a:defRPr>
            </a:defPPr>
          </a:lstStyle>
          <a:p xmlns:a="http://schemas.openxmlformats.org/drawingml/2006/main">
            <a:pPr algn="ctr">
              <a:lnSpc>
                <a:spcPct val="105000"/>
              </a:lnSpc>
              <a:buNone/>
              <a:defRPr sz="1500" b="1">
                <a:solidFill>
                  <a:srgbClr val="963651"/>
                </a:solidFill>
                <a:latin typeface="Times New Roman"/>
                <a:ea typeface="Times New Roman"/>
                <a:cs typeface="Times New Roman"/>
              </a:defRPr>
            </a:pPr>
            <a:r>
              <a:rPr sz="1500" b="1">
                <a:solidFill>
                  <a:srgbClr val="963651"/>
                </a:solidFill>
                <a:latin typeface="Times New Roman"/>
                <a:ea typeface="Times New Roman"/>
                <a:cs typeface="Times New Roman"/>
              </a:rPr>
              <a:t>Phase 1 completed these tests. Articulatory fusion, private context and the action safety gate remain Phase 2 work.</a:t>
            </a:r>
          </a:p>
        </p:txBody>
      </p:sp>
    </p:spTree>
    <p:extLst>
      <p:ext uri="{BB962C8B-B14F-4D97-AF65-F5344CB8AC3E}">
        <p14:creationId xmlns:p14="http://schemas.microsoft.com/office/powerpoint/2010/main" val="15221906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EFD6AB9A-5F9E-5F59-51AB-3C8734130965}" type="slidenum">
              <a:rPr sz="1425">
                <a:solidFill>
                  <a:srgbClr val="151515"/>
                </a:solidFill>
                <a:latin typeface="Times New Roman"/>
                <a:ea typeface="Times New Roman"/>
                <a:cs typeface="Times New Roman"/>
              </a:rPr>
              <a:t>4</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TORGO data and preparation</a:t>
            </a:r>
            <a:endParaRPr sz="3200"/>
          </a:p>
        </p:txBody>
      </p:sp>
      <p:sp>
        <p:nvSpPr>
          <p:cNvPr id="158" name="metric-8,986">
            <a:extLst xmlns:a="http://schemas.openxmlformats.org/drawingml/2006/main">
              <a:ext uri="{FF2B5EF4-FFF2-40B4-BE49-F238E27FC236}">
                <a16:creationId xmlns:a16="http://schemas.microsoft.com/office/drawing/2014/main" id="{6608DBB4-3B6C-4C9F-937B-F6954E814DE0}"/>
              </a:ext>
            </a:extLst>
          </p:cNvPr>
          <p:cNvSpPr>
            <a:spLocks xmlns:a="http://schemas.openxmlformats.org/drawingml/2006/main" noGrp="1"/>
          </p:cNvSpPr>
          <p:nvPr/>
        </p:nvSpPr>
        <p:spPr>
          <a:xfrm xmlns:a="http://schemas.openxmlformats.org/drawingml/2006/main">
            <a:off x="1000125" y="1638300"/>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0703"/>
          </a:bodyPr>
          <a:lstStyle xmlns:a="http://schemas.openxmlformats.org/drawingml/2006/main">
            <a:defPPr algn="ctr">
              <a:defRPr sz="3150" b="1">
                <a:solidFill>
                  <a:srgbClr val="963651"/>
                </a:solidFill>
                <a:latin typeface="Times New Roman"/>
                <a:ea typeface="Times New Roman"/>
                <a:cs typeface="Times New Roman"/>
              </a:defRPr>
            </a:defPPr>
          </a:lstStyle>
          <a:p xmlns:a="http://schemas.openxmlformats.org/drawingml/2006/main">
            <a:pPr algn="ctr">
              <a:lnSpc>
                <a:spcPct val="105000"/>
              </a:lnSpc>
              <a:buNone/>
              <a:defRPr sz="3150" b="1">
                <a:solidFill>
                  <a:srgbClr val="963651"/>
                </a:solidFill>
                <a:latin typeface="Times New Roman"/>
                <a:ea typeface="Times New Roman"/>
                <a:cs typeface="Times New Roman"/>
              </a:defRPr>
            </a:pPr>
            <a:r>
              <a:rPr sz="3150" b="1">
                <a:solidFill>
                  <a:srgbClr val="963651"/>
                </a:solidFill>
                <a:latin typeface="Times New Roman"/>
                <a:ea typeface="Times New Roman"/>
                <a:cs typeface="Times New Roman"/>
              </a:rPr>
              <a:t>8,986</a:t>
            </a:r>
          </a:p>
        </p:txBody>
      </p:sp>
      <p:sp>
        <p:nvSpPr>
          <p:cNvPr id="159" name="metric-label-8,986">
            <a:extLst xmlns:a="http://schemas.openxmlformats.org/drawingml/2006/main">
              <a:ext uri="{FF2B5EF4-FFF2-40B4-BE49-F238E27FC236}">
                <a16:creationId xmlns:a16="http://schemas.microsoft.com/office/drawing/2014/main" id="{AC03475D-E6A8-456C-8C34-D3BFA95C7A19}"/>
              </a:ext>
            </a:extLst>
          </p:cNvPr>
          <p:cNvSpPr>
            <a:spLocks xmlns:a="http://schemas.openxmlformats.org/drawingml/2006/main" noGrp="1"/>
          </p:cNvSpPr>
          <p:nvPr/>
        </p:nvSpPr>
        <p:spPr>
          <a:xfrm xmlns:a="http://schemas.openxmlformats.org/drawingml/2006/main">
            <a:off x="1000125" y="2143125"/>
            <a:ext cx="223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425" b="0">
                <a:solidFill>
                  <a:srgbClr val="4A4A4A"/>
                </a:solidFill>
                <a:latin typeface="Times New Roman"/>
                <a:ea typeface="Times New Roman"/>
                <a:cs typeface="Times New Roman"/>
              </a:defRPr>
            </a:defPPr>
          </a:lstStyle>
          <a:p xmlns:a="http://schemas.openxmlformats.org/drawingml/2006/main">
            <a:pPr algn="ctr">
              <a:lnSpc>
                <a:spcPct val="105000"/>
              </a:lnSpc>
              <a:buNone/>
              <a:defRPr sz="1425" b="0">
                <a:solidFill>
                  <a:srgbClr val="4A4A4A"/>
                </a:solidFill>
                <a:latin typeface="Times New Roman"/>
                <a:ea typeface="Times New Roman"/>
                <a:cs typeface="Times New Roman"/>
              </a:defRPr>
            </a:pPr>
            <a:r>
              <a:rPr sz="1425" b="0">
                <a:solidFill>
                  <a:srgbClr val="4A4A4A"/>
                </a:solidFill>
                <a:latin typeface="Times New Roman"/>
                <a:ea typeface="Times New Roman"/>
                <a:cs typeface="Times New Roman"/>
              </a:rPr>
              <a:t>usable recordings</a:t>
            </a:r>
          </a:p>
        </p:txBody>
      </p:sp>
      <p:sp>
        <p:nvSpPr>
          <p:cNvPr id="160" name="metric-7.3 h">
            <a:extLst xmlns:a="http://schemas.openxmlformats.org/drawingml/2006/main">
              <a:ext uri="{FF2B5EF4-FFF2-40B4-BE49-F238E27FC236}">
                <a16:creationId xmlns:a16="http://schemas.microsoft.com/office/drawing/2014/main" id="{0DC7671E-2C4F-443E-9488-5DB85B66C052}"/>
              </a:ext>
            </a:extLst>
          </p:cNvPr>
          <p:cNvSpPr>
            <a:spLocks xmlns:a="http://schemas.openxmlformats.org/drawingml/2006/main" noGrp="1"/>
          </p:cNvSpPr>
          <p:nvPr/>
        </p:nvSpPr>
        <p:spPr>
          <a:xfrm xmlns:a="http://schemas.openxmlformats.org/drawingml/2006/main">
            <a:off x="3476625" y="1638300"/>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0703"/>
          </a:bodyPr>
          <a:lstStyle xmlns:a="http://schemas.openxmlformats.org/drawingml/2006/main">
            <a:defPPr algn="ctr">
              <a:defRPr sz="3150" b="1">
                <a:solidFill>
                  <a:srgbClr val="963651"/>
                </a:solidFill>
                <a:latin typeface="Times New Roman"/>
                <a:ea typeface="Times New Roman"/>
                <a:cs typeface="Times New Roman"/>
              </a:defRPr>
            </a:defPPr>
          </a:lstStyle>
          <a:p xmlns:a="http://schemas.openxmlformats.org/drawingml/2006/main">
            <a:pPr algn="ctr">
              <a:lnSpc>
                <a:spcPct val="105000"/>
              </a:lnSpc>
              <a:buNone/>
              <a:defRPr sz="3150" b="1">
                <a:solidFill>
                  <a:srgbClr val="963651"/>
                </a:solidFill>
                <a:latin typeface="Times New Roman"/>
                <a:ea typeface="Times New Roman"/>
                <a:cs typeface="Times New Roman"/>
              </a:defRPr>
            </a:pPr>
            <a:r>
              <a:rPr sz="3150" b="1">
                <a:solidFill>
                  <a:srgbClr val="963651"/>
                </a:solidFill>
                <a:latin typeface="Times New Roman"/>
                <a:ea typeface="Times New Roman"/>
                <a:cs typeface="Times New Roman"/>
              </a:rPr>
              <a:t>7.3 h</a:t>
            </a:r>
          </a:p>
        </p:txBody>
      </p:sp>
      <p:sp>
        <p:nvSpPr>
          <p:cNvPr id="161" name="metric-label-7.3 h">
            <a:extLst xmlns:a="http://schemas.openxmlformats.org/drawingml/2006/main">
              <a:ext uri="{FF2B5EF4-FFF2-40B4-BE49-F238E27FC236}">
                <a16:creationId xmlns:a16="http://schemas.microsoft.com/office/drawing/2014/main" id="{53C72232-7DB1-4EC8-B1D1-A6232363F768}"/>
              </a:ext>
            </a:extLst>
          </p:cNvPr>
          <p:cNvSpPr>
            <a:spLocks xmlns:a="http://schemas.openxmlformats.org/drawingml/2006/main" noGrp="1"/>
          </p:cNvSpPr>
          <p:nvPr/>
        </p:nvSpPr>
        <p:spPr>
          <a:xfrm xmlns:a="http://schemas.openxmlformats.org/drawingml/2006/main">
            <a:off x="3476625" y="2143125"/>
            <a:ext cx="223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425" b="0">
                <a:solidFill>
                  <a:srgbClr val="4A4A4A"/>
                </a:solidFill>
                <a:latin typeface="Times New Roman"/>
                <a:ea typeface="Times New Roman"/>
                <a:cs typeface="Times New Roman"/>
              </a:defRPr>
            </a:defPPr>
          </a:lstStyle>
          <a:p xmlns:a="http://schemas.openxmlformats.org/drawingml/2006/main">
            <a:pPr algn="ctr">
              <a:lnSpc>
                <a:spcPct val="105000"/>
              </a:lnSpc>
              <a:buNone/>
              <a:defRPr sz="1425" b="0">
                <a:solidFill>
                  <a:srgbClr val="4A4A4A"/>
                </a:solidFill>
                <a:latin typeface="Times New Roman"/>
                <a:ea typeface="Times New Roman"/>
                <a:cs typeface="Times New Roman"/>
              </a:defRPr>
            </a:pPr>
            <a:r>
              <a:rPr sz="1425" b="0">
                <a:solidFill>
                  <a:srgbClr val="4A4A4A"/>
                </a:solidFill>
                <a:latin typeface="Times New Roman"/>
                <a:ea typeface="Times New Roman"/>
                <a:cs typeface="Times New Roman"/>
              </a:rPr>
              <a:t>audio</a:t>
            </a:r>
          </a:p>
        </p:txBody>
      </p:sp>
      <p:sp>
        <p:nvSpPr>
          <p:cNvPr id="162" name="metric-15">
            <a:extLst xmlns:a="http://schemas.openxmlformats.org/drawingml/2006/main">
              <a:ext uri="{FF2B5EF4-FFF2-40B4-BE49-F238E27FC236}">
                <a16:creationId xmlns:a16="http://schemas.microsoft.com/office/drawing/2014/main" id="{FFCB0B4F-6EE3-48FD-93A9-FEEAB6C95FCE}"/>
              </a:ext>
            </a:extLst>
          </p:cNvPr>
          <p:cNvSpPr>
            <a:spLocks xmlns:a="http://schemas.openxmlformats.org/drawingml/2006/main" noGrp="1"/>
          </p:cNvSpPr>
          <p:nvPr/>
        </p:nvSpPr>
        <p:spPr>
          <a:xfrm xmlns:a="http://schemas.openxmlformats.org/drawingml/2006/main">
            <a:off x="5953125" y="1638300"/>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0703"/>
          </a:bodyPr>
          <a:lstStyle xmlns:a="http://schemas.openxmlformats.org/drawingml/2006/main">
            <a:defPPr algn="ctr">
              <a:defRPr sz="3150" b="1">
                <a:solidFill>
                  <a:srgbClr val="963651"/>
                </a:solidFill>
                <a:latin typeface="Times New Roman"/>
                <a:ea typeface="Times New Roman"/>
                <a:cs typeface="Times New Roman"/>
              </a:defRPr>
            </a:defPPr>
          </a:lstStyle>
          <a:p xmlns:a="http://schemas.openxmlformats.org/drawingml/2006/main">
            <a:pPr algn="ctr">
              <a:lnSpc>
                <a:spcPct val="105000"/>
              </a:lnSpc>
              <a:buNone/>
              <a:defRPr sz="3150" b="1">
                <a:solidFill>
                  <a:srgbClr val="963651"/>
                </a:solidFill>
                <a:latin typeface="Times New Roman"/>
                <a:ea typeface="Times New Roman"/>
                <a:cs typeface="Times New Roman"/>
              </a:defRPr>
            </a:pPr>
            <a:r>
              <a:rPr sz="3150" b="1">
                <a:solidFill>
                  <a:srgbClr val="963651"/>
                </a:solidFill>
                <a:latin typeface="Times New Roman"/>
                <a:ea typeface="Times New Roman"/>
                <a:cs typeface="Times New Roman"/>
              </a:rPr>
              <a:t>15</a:t>
            </a:r>
          </a:p>
        </p:txBody>
      </p:sp>
      <p:sp>
        <p:nvSpPr>
          <p:cNvPr id="163" name="metric-label-15">
            <a:extLst xmlns:a="http://schemas.openxmlformats.org/drawingml/2006/main">
              <a:ext uri="{FF2B5EF4-FFF2-40B4-BE49-F238E27FC236}">
                <a16:creationId xmlns:a16="http://schemas.microsoft.com/office/drawing/2014/main" id="{7399F175-5AD4-4D2F-95E0-F2537FAA2A12}"/>
              </a:ext>
            </a:extLst>
          </p:cNvPr>
          <p:cNvSpPr>
            <a:spLocks xmlns:a="http://schemas.openxmlformats.org/drawingml/2006/main" noGrp="1"/>
          </p:cNvSpPr>
          <p:nvPr/>
        </p:nvSpPr>
        <p:spPr>
          <a:xfrm xmlns:a="http://schemas.openxmlformats.org/drawingml/2006/main">
            <a:off x="5953125" y="2143125"/>
            <a:ext cx="223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425" b="0">
                <a:solidFill>
                  <a:srgbClr val="4A4A4A"/>
                </a:solidFill>
                <a:latin typeface="Times New Roman"/>
                <a:ea typeface="Times New Roman"/>
                <a:cs typeface="Times New Roman"/>
              </a:defRPr>
            </a:defPPr>
          </a:lstStyle>
          <a:p xmlns:a="http://schemas.openxmlformats.org/drawingml/2006/main">
            <a:pPr algn="ctr">
              <a:lnSpc>
                <a:spcPct val="105000"/>
              </a:lnSpc>
              <a:buNone/>
              <a:defRPr sz="1425" b="0">
                <a:solidFill>
                  <a:srgbClr val="4A4A4A"/>
                </a:solidFill>
                <a:latin typeface="Times New Roman"/>
                <a:ea typeface="Times New Roman"/>
                <a:cs typeface="Times New Roman"/>
              </a:defRPr>
            </a:pPr>
            <a:r>
              <a:rPr sz="1425" b="0">
                <a:solidFill>
                  <a:srgbClr val="4A4A4A"/>
                </a:solidFill>
                <a:latin typeface="Times New Roman"/>
                <a:ea typeface="Times New Roman"/>
                <a:cs typeface="Times New Roman"/>
              </a:rPr>
              <a:t>speakers</a:t>
            </a:r>
          </a:p>
        </p:txBody>
      </p:sp>
      <p:sp>
        <p:nvSpPr>
          <p:cNvPr id="164" name="groups">
            <a:extLst xmlns:a="http://schemas.openxmlformats.org/drawingml/2006/main">
              <a:ext uri="{FF2B5EF4-FFF2-40B4-BE49-F238E27FC236}">
                <a16:creationId xmlns:a16="http://schemas.microsoft.com/office/drawing/2014/main" id="{5CB2A71F-E8F0-4BD1-AA5C-CBFD49E646DC}"/>
              </a:ext>
            </a:extLst>
          </p:cNvPr>
          <p:cNvSpPr>
            <a:spLocks xmlns:a="http://schemas.openxmlformats.org/drawingml/2006/main" noGrp="1"/>
          </p:cNvSpPr>
          <p:nvPr/>
        </p:nvSpPr>
        <p:spPr>
          <a:xfrm xmlns:a="http://schemas.openxmlformats.org/drawingml/2006/main">
            <a:off x="1047750" y="3190875"/>
            <a:ext cx="704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725" b="0">
                <a:solidFill>
                  <a:srgbClr val="151515"/>
                </a:solidFill>
                <a:latin typeface="Times New Roman"/>
                <a:ea typeface="Times New Roman"/>
                <a:cs typeface="Times New Roman"/>
              </a:defRPr>
            </a:defPPr>
          </a:lstStyle>
          <a:p xmlns:a="http://schemas.openxmlformats.org/drawingml/2006/main">
            <a:pPr algn="ctr">
              <a:lnSpc>
                <a:spcPct val="105000"/>
              </a:lnSpc>
              <a:buNone/>
              <a:defRPr sz="1725" b="0">
                <a:solidFill>
                  <a:srgbClr val="151515"/>
                </a:solidFill>
                <a:latin typeface="Times New Roman"/>
                <a:ea typeface="Times New Roman"/>
                <a:cs typeface="Times New Roman"/>
              </a:defRPr>
            </a:pPr>
            <a:r>
              <a:rPr sz="1725" b="0">
                <a:solidFill>
                  <a:srgbClr val="151515"/>
                </a:solidFill>
                <a:latin typeface="Times New Roman"/>
                <a:ea typeface="Times New Roman"/>
                <a:cs typeface="Times New Roman"/>
              </a:rPr>
              <a:t>8 speakers with dysarthria: 4 severe, 2 moderate and 2 mild. Seven control speakers supported training.</a:t>
            </a:r>
          </a:p>
        </p:txBody>
      </p:sp>
      <p:sp>
        <p:nvSpPr>
          <p:cNvPr id="165" name="preparation">
            <a:extLst xmlns:a="http://schemas.openxmlformats.org/drawingml/2006/main">
              <a:ext uri="{FF2B5EF4-FFF2-40B4-BE49-F238E27FC236}">
                <a16:creationId xmlns:a16="http://schemas.microsoft.com/office/drawing/2014/main" id="{C19E60E7-4947-4D10-8D64-026B08DD4BA7}"/>
              </a:ext>
            </a:extLst>
          </p:cNvPr>
          <p:cNvSpPr>
            <a:spLocks xmlns:a="http://schemas.openxmlformats.org/drawingml/2006/main" noGrp="1"/>
          </p:cNvSpPr>
          <p:nvPr/>
        </p:nvSpPr>
        <p:spPr>
          <a:xfrm xmlns:a="http://schemas.openxmlformats.org/drawingml/2006/main">
            <a:off x="1009650" y="4505325"/>
            <a:ext cx="712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650" b="0">
                <a:solidFill>
                  <a:srgbClr val="151515"/>
                </a:solidFill>
                <a:latin typeface="Times New Roman"/>
                <a:ea typeface="Times New Roman"/>
                <a:cs typeface="Times New Roman"/>
              </a:defRPr>
            </a:defPPr>
          </a:lstStyle>
          <a:p xmlns:a="http://schemas.openxmlformats.org/drawingml/2006/main">
            <a:pPr algn="ctr">
              <a:lnSpc>
                <a:spcPct val="105000"/>
              </a:lnSpc>
              <a:buNone/>
              <a:defRPr sz="1650" b="0">
                <a:solidFill>
                  <a:srgbClr val="151515"/>
                </a:solidFill>
                <a:latin typeface="Times New Roman"/>
                <a:ea typeface="Times New Roman"/>
                <a:cs typeface="Times New Roman"/>
              </a:defRPr>
            </a:pPr>
            <a:r>
              <a:rPr sz="1650" b="0">
                <a:solidFill>
                  <a:srgbClr val="151515"/>
                </a:solidFill>
                <a:latin typeface="Times New Roman"/>
                <a:ea typeface="Times New Roman"/>
                <a:cs typeface="Times New Roman"/>
              </a:rPr>
              <a:t>For each prompt, we kept one microphone recording, removed unusable clips, and used the same cleaned transcript for every experiment.</a:t>
            </a:r>
          </a:p>
        </p:txBody>
      </p:sp>
    </p:spTree>
    <p:extLst>
      <p:ext uri="{BB962C8B-B14F-4D97-AF65-F5344CB8AC3E}">
        <p14:creationId xmlns:p14="http://schemas.microsoft.com/office/powerpoint/2010/main" val="152219063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EE5B3003-2C54-13C6-9832-7637201064DE}" type="slidenum">
              <a:rPr sz="1425">
                <a:solidFill>
                  <a:srgbClr val="151515"/>
                </a:solidFill>
                <a:latin typeface="Times New Roman"/>
                <a:ea typeface="Times New Roman"/>
                <a:cs typeface="Times New Roman"/>
              </a:rPr>
              <a:t>5</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Evaluation designed for a new user</a:t>
            </a:r>
            <a:endParaRPr sz="3200"/>
          </a:p>
        </p:txBody>
      </p:sp>
      <p:sp>
        <p:nvSpPr>
          <p:cNvPr id="158" name="split">
            <a:extLst xmlns:a="http://schemas.openxmlformats.org/drawingml/2006/main">
              <a:ext uri="{FF2B5EF4-FFF2-40B4-BE49-F238E27FC236}">
                <a16:creationId xmlns:a16="http://schemas.microsoft.com/office/drawing/2014/main" id="{9081D99E-B5C9-493E-A44D-A673FDFA768C}"/>
              </a:ext>
            </a:extLst>
          </p:cNvPr>
          <p:cNvSpPr>
            <a:spLocks xmlns:a="http://schemas.openxmlformats.org/drawingml/2006/main" noGrp="1"/>
          </p:cNvSpPr>
          <p:nvPr/>
        </p:nvSpPr>
        <p:spPr>
          <a:xfrm xmlns:a="http://schemas.openxmlformats.org/drawingml/2006/main">
            <a:off x="904875" y="1571625"/>
            <a:ext cx="733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2100" b="1">
                <a:solidFill>
                  <a:srgbClr val="963651"/>
                </a:solidFill>
                <a:latin typeface="Times New Roman"/>
                <a:ea typeface="Times New Roman"/>
                <a:cs typeface="Times New Roman"/>
              </a:defRPr>
            </a:defPPr>
          </a:lstStyle>
          <a:p xmlns:a="http://schemas.openxmlformats.org/drawingml/2006/main">
            <a:pPr algn="ctr">
              <a:lnSpc>
                <a:spcPct val="105000"/>
              </a:lnSpc>
              <a:buNone/>
              <a:defRPr sz="2100" b="1">
                <a:solidFill>
                  <a:srgbClr val="963651"/>
                </a:solidFill>
                <a:latin typeface="Times New Roman"/>
                <a:ea typeface="Times New Roman"/>
                <a:cs typeface="Times New Roman"/>
              </a:defRPr>
            </a:pPr>
            <a:r>
              <a:rPr sz="2100" b="1">
                <a:solidFill>
                  <a:srgbClr val="963651"/>
                </a:solidFill>
                <a:latin typeface="Times New Roman"/>
                <a:ea typeface="Times New Roman"/>
                <a:cs typeface="Times New Roman"/>
              </a:rPr>
              <a:t>Leave-one-speaker-out testing</a:t>
            </a:r>
          </a:p>
        </p:txBody>
      </p:sp>
      <p:sp>
        <p:nvSpPr>
          <p:cNvPr id="159" name="train">
            <a:extLst xmlns:a="http://schemas.openxmlformats.org/drawingml/2006/main">
              <a:ext uri="{FF2B5EF4-FFF2-40B4-BE49-F238E27FC236}">
                <a16:creationId xmlns:a16="http://schemas.microsoft.com/office/drawing/2014/main" id="{740826DB-F8E7-4BDD-AE1F-8D096F233AA6}"/>
              </a:ext>
            </a:extLst>
          </p:cNvPr>
          <p:cNvSpPr>
            <a:spLocks xmlns:a="http://schemas.openxmlformats.org/drawingml/2006/main" noGrp="1"/>
          </p:cNvSpPr>
          <p:nvPr/>
        </p:nvSpPr>
        <p:spPr>
          <a:xfrm xmlns:a="http://schemas.openxmlformats.org/drawingml/2006/main">
            <a:off x="1190625" y="2333625"/>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800" b="0">
                <a:solidFill>
                  <a:srgbClr val="151515"/>
                </a:solidFill>
                <a:latin typeface="Times New Roman"/>
                <a:ea typeface="Times New Roman"/>
                <a:cs typeface="Times New Roman"/>
              </a:defRPr>
            </a:defPPr>
          </a:lstStyle>
          <a:p xmlns:a="http://schemas.openxmlformats.org/drawingml/2006/main">
            <a:pPr algn="ctr">
              <a:lnSpc>
                <a:spcPct val="105000"/>
              </a:lnSpc>
              <a:buNone/>
              <a:defRPr sz="1800" b="0">
                <a:solidFill>
                  <a:srgbClr val="151515"/>
                </a:solidFill>
                <a:latin typeface="Times New Roman"/>
                <a:ea typeface="Times New Roman"/>
                <a:cs typeface="Times New Roman"/>
              </a:defRPr>
            </a:pPr>
            <a:r>
              <a:rPr sz="1800" b="0">
                <a:solidFill>
                  <a:srgbClr val="151515"/>
                </a:solidFill>
                <a:latin typeface="Times New Roman"/>
                <a:ea typeface="Times New Roman"/>
                <a:cs typeface="Times New Roman"/>
              </a:rPr>
              <a:t>Train the adapter on the other 14 speakers</a:t>
            </a:r>
          </a:p>
        </p:txBody>
      </p:sp>
      <p:sp>
        <p:nvSpPr>
          <p:cNvPr id="160" name="test">
            <a:extLst xmlns:a="http://schemas.openxmlformats.org/drawingml/2006/main">
              <a:ext uri="{FF2B5EF4-FFF2-40B4-BE49-F238E27FC236}">
                <a16:creationId xmlns:a16="http://schemas.microsoft.com/office/drawing/2014/main" id="{2BD784B3-9C47-4F71-87DF-4021183A335C}"/>
              </a:ext>
            </a:extLst>
          </p:cNvPr>
          <p:cNvSpPr>
            <a:spLocks xmlns:a="http://schemas.openxmlformats.org/drawingml/2006/main" noGrp="1"/>
          </p:cNvSpPr>
          <p:nvPr/>
        </p:nvSpPr>
        <p:spPr>
          <a:xfrm xmlns:a="http://schemas.openxmlformats.org/drawingml/2006/main">
            <a:off x="1190625" y="3095625"/>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800" b="0">
                <a:solidFill>
                  <a:srgbClr val="151515"/>
                </a:solidFill>
                <a:latin typeface="Times New Roman"/>
                <a:ea typeface="Times New Roman"/>
                <a:cs typeface="Times New Roman"/>
              </a:defRPr>
            </a:defPPr>
          </a:lstStyle>
          <a:p xmlns:a="http://schemas.openxmlformats.org/drawingml/2006/main">
            <a:pPr algn="ctr">
              <a:lnSpc>
                <a:spcPct val="105000"/>
              </a:lnSpc>
              <a:buNone/>
              <a:defRPr sz="1800" b="0">
                <a:solidFill>
                  <a:srgbClr val="151515"/>
                </a:solidFill>
                <a:latin typeface="Times New Roman"/>
                <a:ea typeface="Times New Roman"/>
                <a:cs typeface="Times New Roman"/>
              </a:defRPr>
            </a:pPr>
            <a:r>
              <a:rPr sz="1800" b="0">
                <a:solidFill>
                  <a:srgbClr val="151515"/>
                </a:solidFill>
                <a:latin typeface="Times New Roman"/>
                <a:ea typeface="Times New Roman"/>
                <a:cs typeface="Times New Roman"/>
              </a:rPr>
              <a:t>Test on the one dysarthric speaker the model has never heard</a:t>
            </a:r>
          </a:p>
        </p:txBody>
      </p:sp>
      <p:sp>
        <p:nvSpPr>
          <p:cNvPr id="161" name="repeat">
            <a:extLst xmlns:a="http://schemas.openxmlformats.org/drawingml/2006/main">
              <a:ext uri="{FF2B5EF4-FFF2-40B4-BE49-F238E27FC236}">
                <a16:creationId xmlns:a16="http://schemas.microsoft.com/office/drawing/2014/main" id="{ABB8C2F8-A064-40B5-AF1A-D28AD75534FE}"/>
              </a:ext>
            </a:extLst>
          </p:cNvPr>
          <p:cNvSpPr>
            <a:spLocks xmlns:a="http://schemas.openxmlformats.org/drawingml/2006/main" noGrp="1"/>
          </p:cNvSpPr>
          <p:nvPr/>
        </p:nvSpPr>
        <p:spPr>
          <a:xfrm xmlns:a="http://schemas.openxmlformats.org/drawingml/2006/main">
            <a:off x="1190625" y="394335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800" b="0">
                <a:solidFill>
                  <a:srgbClr val="151515"/>
                </a:solidFill>
                <a:latin typeface="Times New Roman"/>
                <a:ea typeface="Times New Roman"/>
                <a:cs typeface="Times New Roman"/>
              </a:defRPr>
            </a:defPPr>
          </a:lstStyle>
          <a:p xmlns:a="http://schemas.openxmlformats.org/drawingml/2006/main">
            <a:pPr algn="ctr">
              <a:lnSpc>
                <a:spcPct val="105000"/>
              </a:lnSpc>
              <a:buNone/>
              <a:defRPr sz="1800" b="0">
                <a:solidFill>
                  <a:srgbClr val="151515"/>
                </a:solidFill>
                <a:latin typeface="Times New Roman"/>
                <a:ea typeface="Times New Roman"/>
                <a:cs typeface="Times New Roman"/>
              </a:defRPr>
            </a:pPr>
            <a:r>
              <a:rPr sz="1800" b="0">
                <a:solidFill>
                  <a:srgbClr val="151515"/>
                </a:solidFill>
                <a:latin typeface="Times New Roman"/>
                <a:ea typeface="Times New Roman"/>
                <a:cs typeface="Times New Roman"/>
              </a:rPr>
              <a:t>Repeat for all 8 dysarthric speakers</a:t>
            </a:r>
          </a:p>
        </p:txBody>
      </p:sp>
      <p:sp>
        <p:nvSpPr>
          <p:cNvPr id="162" name="why">
            <a:extLst xmlns:a="http://schemas.openxmlformats.org/drawingml/2006/main">
              <a:ext uri="{FF2B5EF4-FFF2-40B4-BE49-F238E27FC236}">
                <a16:creationId xmlns:a16="http://schemas.microsoft.com/office/drawing/2014/main" id="{8847C54D-A386-40A9-BF8C-582038AC5DE2}"/>
              </a:ext>
            </a:extLst>
          </p:cNvPr>
          <p:cNvSpPr>
            <a:spLocks xmlns:a="http://schemas.openxmlformats.org/drawingml/2006/main" noGrp="1"/>
          </p:cNvSpPr>
          <p:nvPr/>
        </p:nvSpPr>
        <p:spPr>
          <a:xfrm xmlns:a="http://schemas.openxmlformats.org/drawingml/2006/main">
            <a:off x="1095375" y="4972050"/>
            <a:ext cx="695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575" b="0">
                <a:solidFill>
                  <a:srgbClr val="4A4A4A"/>
                </a:solidFill>
                <a:latin typeface="Times New Roman"/>
                <a:ea typeface="Times New Roman"/>
                <a:cs typeface="Times New Roman"/>
              </a:defRPr>
            </a:defPPr>
          </a:lstStyle>
          <a:p xmlns:a="http://schemas.openxmlformats.org/drawingml/2006/main">
            <a:pPr algn="ctr">
              <a:lnSpc>
                <a:spcPct val="105000"/>
              </a:lnSpc>
              <a:buNone/>
              <a:defRPr sz="1575" b="0">
                <a:solidFill>
                  <a:srgbClr val="4A4A4A"/>
                </a:solidFill>
                <a:latin typeface="Times New Roman"/>
                <a:ea typeface="Times New Roman"/>
                <a:cs typeface="Times New Roman"/>
              </a:defRPr>
            </a:pPr>
            <a:r>
              <a:rPr sz="1575" b="0">
                <a:solidFill>
                  <a:srgbClr val="4A4A4A"/>
                </a:solidFill>
                <a:latin typeface="Times New Roman"/>
                <a:ea typeface="Times New Roman"/>
                <a:cs typeface="Times New Roman"/>
              </a:rPr>
              <a:t>A random recording split would put the same person’s voice in training and testing, inflating performance for a new user.</a:t>
            </a:r>
          </a:p>
        </p:txBody>
      </p:sp>
    </p:spTree>
    <p:extLst>
      <p:ext uri="{BB962C8B-B14F-4D97-AF65-F5344CB8AC3E}">
        <p14:creationId xmlns:p14="http://schemas.microsoft.com/office/powerpoint/2010/main" val="152219063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8C630A04-5A25-9E0C-9436-126091DB86B3}" type="slidenum">
              <a:rPr sz="1425">
                <a:solidFill>
                  <a:srgbClr val="151515"/>
                </a:solidFill>
                <a:latin typeface="Times New Roman"/>
                <a:ea typeface="Times New Roman"/>
                <a:cs typeface="Times New Roman"/>
              </a:rPr>
              <a:t>6</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Baseline: severe speech remains difficult</a:t>
            </a:r>
            <a:endParaRPr sz="3200"/>
          </a:p>
        </p:txBody>
      </p:sp>
      <p:graphicFrame>
        <p:nvGraphicFramePr>
          <p:cNvPr id="158" name="Chart">
            <a:extLst xmlns:a="http://schemas.openxmlformats.org/drawingml/2006/main">
              <a:ext uri="{FF2B5EF4-FFF2-40B4-BE49-F238E27FC236}">
                <a16:creationId xmlns:a16="http://schemas.microsoft.com/office/drawing/2014/main" id="{8035DF44-CAA9-40CF-8FEF-09EFA12339B2}"/>
              </a:ext>
            </a:extLst>
          </p:cNvPr>
          <p:cNvGraphicFramePr/>
          <p:nvPr/>
        </p:nvGraphicFramePr>
        <p:xfrm>
          <a:off xmlns:a="http://schemas.openxmlformats.org/drawingml/2006/main" x="1143000" y="1762125"/>
          <a:ext xmlns:a="http://schemas.openxmlformats.org/drawingml/2006/main" cx="6858000" cy="3190875"/>
        </p:xfrm>
        <a:graphic xmlns:a="http://schemas.openxmlformats.org/drawingml/2006/main">
          <a:graphicData uri="http://schemas.openxmlformats.org/drawingml/2006/chart">
            <c:chart xmlns:r="http://schemas.openxmlformats.org/officeDocument/2006/relationships" xmlns:c="http://schemas.openxmlformats.org/drawingml/2006/chart" r:id="Rd32f69db5d1d4a41"/>
          </a:graphicData>
        </a:graphic>
      </p:graphicFrame>
      <p:sp>
        <p:nvSpPr>
          <p:cNvPr id="159" name="baseline-callout">
            <a:extLst xmlns:a="http://schemas.openxmlformats.org/drawingml/2006/main">
              <a:ext uri="{FF2B5EF4-FFF2-40B4-BE49-F238E27FC236}">
                <a16:creationId xmlns:a16="http://schemas.microsoft.com/office/drawing/2014/main" id="{13588D8D-175E-4067-8496-FB6F84B437C9}"/>
              </a:ext>
            </a:extLst>
          </p:cNvPr>
          <p:cNvSpPr>
            <a:spLocks xmlns:a="http://schemas.openxmlformats.org/drawingml/2006/main" noGrp="1"/>
          </p:cNvSpPr>
          <p:nvPr/>
        </p:nvSpPr>
        <p:spPr>
          <a:xfrm xmlns:a="http://schemas.openxmlformats.org/drawingml/2006/main">
            <a:off x="1047750" y="5191125"/>
            <a:ext cx="704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650" b="1">
                <a:solidFill>
                  <a:srgbClr val="151515"/>
                </a:solidFill>
                <a:latin typeface="Times New Roman"/>
                <a:ea typeface="Times New Roman"/>
                <a:cs typeface="Times New Roman"/>
              </a:defRPr>
            </a:defPPr>
          </a:lstStyle>
          <a:p xmlns:a="http://schemas.openxmlformats.org/drawingml/2006/main">
            <a:pPr algn="ctr">
              <a:lnSpc>
                <a:spcPct val="105000"/>
              </a:lnSpc>
              <a:buNone/>
              <a:defRPr sz="1650" b="1">
                <a:solidFill>
                  <a:srgbClr val="151515"/>
                </a:solidFill>
                <a:latin typeface="Times New Roman"/>
                <a:ea typeface="Times New Roman"/>
                <a:cs typeface="Times New Roman"/>
              </a:defRPr>
            </a:pPr>
            <a:r>
              <a:rPr sz="1650" b="1">
                <a:solidFill>
                  <a:srgbClr val="151515"/>
                </a:solidFill>
                <a:latin typeface="Times New Roman"/>
                <a:ea typeface="Times New Roman"/>
                <a:cs typeface="Times New Roman"/>
              </a:rPr>
              <a:t>Whisper-small was best of five off-the-shelf models, yet overall WER was 53.0%.</a:t>
            </a:r>
          </a:p>
        </p:txBody>
      </p:sp>
    </p:spTree>
    <p:extLst>
      <p:ext uri="{BB962C8B-B14F-4D97-AF65-F5344CB8AC3E}">
        <p14:creationId xmlns:p14="http://schemas.microsoft.com/office/powerpoint/2010/main" val="152219063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D3D7D1C8-AE23-AA48-DF65-C742588DBE47}" type="slidenum">
              <a:rPr sz="1425">
                <a:solidFill>
                  <a:srgbClr val="151515"/>
                </a:solidFill>
                <a:latin typeface="Times New Roman"/>
                <a:ea typeface="Times New Roman"/>
                <a:cs typeface="Times New Roman"/>
              </a:rPr>
              <a:t>7</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How we adapted Whisper-small</a:t>
            </a:r>
            <a:endParaRPr sz="3200"/>
          </a:p>
        </p:txBody>
      </p:sp>
      <p:sp>
        <p:nvSpPr>
          <p:cNvPr id="158" name="method-intro">
            <a:extLst xmlns:a="http://schemas.openxmlformats.org/drawingml/2006/main">
              <a:ext uri="{FF2B5EF4-FFF2-40B4-BE49-F238E27FC236}">
                <a16:creationId xmlns:a16="http://schemas.microsoft.com/office/drawing/2014/main" id="{47200030-AE74-4157-ACA9-26010E880A11}"/>
              </a:ext>
            </a:extLst>
          </p:cNvPr>
          <p:cNvSpPr>
            <a:spLocks xmlns:a="http://schemas.openxmlformats.org/drawingml/2006/main" noGrp="1"/>
          </p:cNvSpPr>
          <p:nvPr/>
        </p:nvSpPr>
        <p:spPr>
          <a:xfrm xmlns:a="http://schemas.openxmlformats.org/drawingml/2006/main">
            <a:off x="942975" y="1543050"/>
            <a:ext cx="725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800" b="0">
                <a:solidFill>
                  <a:srgbClr val="151515"/>
                </a:solidFill>
                <a:latin typeface="Times New Roman"/>
                <a:ea typeface="Times New Roman"/>
                <a:cs typeface="Times New Roman"/>
              </a:defRPr>
            </a:defPPr>
          </a:lstStyle>
          <a:p xmlns:a="http://schemas.openxmlformats.org/drawingml/2006/main">
            <a:pPr algn="ctr">
              <a:lnSpc>
                <a:spcPct val="105000"/>
              </a:lnSpc>
              <a:buNone/>
              <a:defRPr sz="1800" b="0">
                <a:solidFill>
                  <a:srgbClr val="151515"/>
                </a:solidFill>
                <a:latin typeface="Times New Roman"/>
                <a:ea typeface="Times New Roman"/>
                <a:cs typeface="Times New Roman"/>
              </a:defRPr>
            </a:pPr>
            <a:r>
              <a:rPr sz="1800" b="0">
                <a:solidFill>
                  <a:srgbClr val="151515"/>
                </a:solidFill>
                <a:latin typeface="Times New Roman"/>
                <a:ea typeface="Times New Roman"/>
                <a:cs typeface="Times New Roman"/>
              </a:rPr>
              <a:t>Whisper-small was the strongest baseline that fit our 6 GB laptop GPU for adaptation.</a:t>
            </a:r>
          </a:p>
        </p:txBody>
      </p:sp>
      <p:sp>
        <p:nvSpPr>
          <p:cNvPr id="159" name="metric-1.4%">
            <a:extLst xmlns:a="http://schemas.openxmlformats.org/drawingml/2006/main">
              <a:ext uri="{FF2B5EF4-FFF2-40B4-BE49-F238E27FC236}">
                <a16:creationId xmlns:a16="http://schemas.microsoft.com/office/drawing/2014/main" id="{6252AC75-470C-40FD-B5DA-F88D2ED60A84}"/>
              </a:ext>
            </a:extLst>
          </p:cNvPr>
          <p:cNvSpPr>
            <a:spLocks xmlns:a="http://schemas.openxmlformats.org/drawingml/2006/main" noGrp="1"/>
          </p:cNvSpPr>
          <p:nvPr/>
        </p:nvSpPr>
        <p:spPr>
          <a:xfrm xmlns:a="http://schemas.openxmlformats.org/drawingml/2006/main">
            <a:off x="990600" y="2476500"/>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0703"/>
          </a:bodyPr>
          <a:lstStyle xmlns:a="http://schemas.openxmlformats.org/drawingml/2006/main">
            <a:defPPr algn="ctr">
              <a:defRPr sz="3150" b="1">
                <a:solidFill>
                  <a:srgbClr val="2D76AC"/>
                </a:solidFill>
                <a:latin typeface="Times New Roman"/>
                <a:ea typeface="Times New Roman"/>
                <a:cs typeface="Times New Roman"/>
              </a:defRPr>
            </a:defPPr>
          </a:lstStyle>
          <a:p xmlns:a="http://schemas.openxmlformats.org/drawingml/2006/main">
            <a:pPr algn="ctr">
              <a:lnSpc>
                <a:spcPct val="105000"/>
              </a:lnSpc>
              <a:buNone/>
              <a:defRPr sz="3150" b="1">
                <a:solidFill>
                  <a:srgbClr val="2D76AC"/>
                </a:solidFill>
                <a:latin typeface="Times New Roman"/>
                <a:ea typeface="Times New Roman"/>
                <a:cs typeface="Times New Roman"/>
              </a:defRPr>
            </a:pPr>
            <a:r>
              <a:rPr sz="3150" b="1">
                <a:solidFill>
                  <a:srgbClr val="2D76AC"/>
                </a:solidFill>
                <a:latin typeface="Times New Roman"/>
                <a:ea typeface="Times New Roman"/>
                <a:cs typeface="Times New Roman"/>
              </a:rPr>
              <a:t>1.4%</a:t>
            </a:r>
          </a:p>
        </p:txBody>
      </p:sp>
      <p:sp>
        <p:nvSpPr>
          <p:cNvPr id="160" name="metric-label-1.4%">
            <a:extLst xmlns:a="http://schemas.openxmlformats.org/drawingml/2006/main">
              <a:ext uri="{FF2B5EF4-FFF2-40B4-BE49-F238E27FC236}">
                <a16:creationId xmlns:a16="http://schemas.microsoft.com/office/drawing/2014/main" id="{4E72FC18-7AD7-439A-A425-7F7FC2D90DC7}"/>
              </a:ext>
            </a:extLst>
          </p:cNvPr>
          <p:cNvSpPr>
            <a:spLocks xmlns:a="http://schemas.openxmlformats.org/drawingml/2006/main" noGrp="1"/>
          </p:cNvSpPr>
          <p:nvPr/>
        </p:nvSpPr>
        <p:spPr>
          <a:xfrm xmlns:a="http://schemas.openxmlformats.org/drawingml/2006/main">
            <a:off x="990600" y="2981325"/>
            <a:ext cx="223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425" b="0">
                <a:solidFill>
                  <a:srgbClr val="4A4A4A"/>
                </a:solidFill>
                <a:latin typeface="Times New Roman"/>
                <a:ea typeface="Times New Roman"/>
                <a:cs typeface="Times New Roman"/>
              </a:defRPr>
            </a:defPPr>
          </a:lstStyle>
          <a:p xmlns:a="http://schemas.openxmlformats.org/drawingml/2006/main">
            <a:pPr algn="ctr">
              <a:lnSpc>
                <a:spcPct val="105000"/>
              </a:lnSpc>
              <a:buNone/>
              <a:defRPr sz="1425" b="0">
                <a:solidFill>
                  <a:srgbClr val="4A4A4A"/>
                </a:solidFill>
                <a:latin typeface="Times New Roman"/>
                <a:ea typeface="Times New Roman"/>
                <a:cs typeface="Times New Roman"/>
              </a:defRPr>
            </a:pPr>
            <a:r>
              <a:rPr sz="1425" b="0">
                <a:solidFill>
                  <a:srgbClr val="4A4A4A"/>
                </a:solidFill>
                <a:latin typeface="Times New Roman"/>
                <a:ea typeface="Times New Roman"/>
                <a:cs typeface="Times New Roman"/>
              </a:rPr>
              <a:t>weights trained</a:t>
            </a:r>
          </a:p>
        </p:txBody>
      </p:sp>
      <p:sp>
        <p:nvSpPr>
          <p:cNvPr id="161" name="metric-32">
            <a:extLst xmlns:a="http://schemas.openxmlformats.org/drawingml/2006/main">
              <a:ext uri="{FF2B5EF4-FFF2-40B4-BE49-F238E27FC236}">
                <a16:creationId xmlns:a16="http://schemas.microsoft.com/office/drawing/2014/main" id="{0EA00380-8F7C-405A-814E-3C37E9D220B8}"/>
              </a:ext>
            </a:extLst>
          </p:cNvPr>
          <p:cNvSpPr>
            <a:spLocks xmlns:a="http://schemas.openxmlformats.org/drawingml/2006/main" noGrp="1"/>
          </p:cNvSpPr>
          <p:nvPr/>
        </p:nvSpPr>
        <p:spPr>
          <a:xfrm xmlns:a="http://schemas.openxmlformats.org/drawingml/2006/main">
            <a:off x="3495675" y="2476500"/>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0703"/>
          </a:bodyPr>
          <a:lstStyle xmlns:a="http://schemas.openxmlformats.org/drawingml/2006/main">
            <a:defPPr algn="ctr">
              <a:defRPr sz="3150" b="1">
                <a:solidFill>
                  <a:srgbClr val="2D76AC"/>
                </a:solidFill>
                <a:latin typeface="Times New Roman"/>
                <a:ea typeface="Times New Roman"/>
                <a:cs typeface="Times New Roman"/>
              </a:defRPr>
            </a:defPPr>
          </a:lstStyle>
          <a:p xmlns:a="http://schemas.openxmlformats.org/drawingml/2006/main">
            <a:pPr algn="ctr">
              <a:lnSpc>
                <a:spcPct val="105000"/>
              </a:lnSpc>
              <a:buNone/>
              <a:defRPr sz="3150" b="1">
                <a:solidFill>
                  <a:srgbClr val="2D76AC"/>
                </a:solidFill>
                <a:latin typeface="Times New Roman"/>
                <a:ea typeface="Times New Roman"/>
                <a:cs typeface="Times New Roman"/>
              </a:defRPr>
            </a:pPr>
            <a:r>
              <a:rPr sz="3150" b="1">
                <a:solidFill>
                  <a:srgbClr val="2D76AC"/>
                </a:solidFill>
                <a:latin typeface="Times New Roman"/>
                <a:ea typeface="Times New Roman"/>
                <a:cs typeface="Times New Roman"/>
              </a:rPr>
              <a:t>32</a:t>
            </a:r>
          </a:p>
        </p:txBody>
      </p:sp>
      <p:sp>
        <p:nvSpPr>
          <p:cNvPr id="162" name="metric-label-32">
            <a:extLst xmlns:a="http://schemas.openxmlformats.org/drawingml/2006/main">
              <a:ext uri="{FF2B5EF4-FFF2-40B4-BE49-F238E27FC236}">
                <a16:creationId xmlns:a16="http://schemas.microsoft.com/office/drawing/2014/main" id="{BC73BF7E-1667-4869-825D-04AB2D9D22B2}"/>
              </a:ext>
            </a:extLst>
          </p:cNvPr>
          <p:cNvSpPr>
            <a:spLocks xmlns:a="http://schemas.openxmlformats.org/drawingml/2006/main" noGrp="1"/>
          </p:cNvSpPr>
          <p:nvPr/>
        </p:nvSpPr>
        <p:spPr>
          <a:xfrm xmlns:a="http://schemas.openxmlformats.org/drawingml/2006/main">
            <a:off x="3495675" y="2981325"/>
            <a:ext cx="223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425" b="0">
                <a:solidFill>
                  <a:srgbClr val="4A4A4A"/>
                </a:solidFill>
                <a:latin typeface="Times New Roman"/>
                <a:ea typeface="Times New Roman"/>
                <a:cs typeface="Times New Roman"/>
              </a:defRPr>
            </a:defPPr>
          </a:lstStyle>
          <a:p xmlns:a="http://schemas.openxmlformats.org/drawingml/2006/main">
            <a:pPr algn="ctr">
              <a:lnSpc>
                <a:spcPct val="105000"/>
              </a:lnSpc>
              <a:buNone/>
              <a:defRPr sz="1425" b="0">
                <a:solidFill>
                  <a:srgbClr val="4A4A4A"/>
                </a:solidFill>
                <a:latin typeface="Times New Roman"/>
                <a:ea typeface="Times New Roman"/>
                <a:cs typeface="Times New Roman"/>
              </a:defRPr>
            </a:pPr>
            <a:r>
              <a:rPr sz="1425" b="0">
                <a:solidFill>
                  <a:srgbClr val="4A4A4A"/>
                </a:solidFill>
                <a:latin typeface="Times New Roman"/>
                <a:ea typeface="Times New Roman"/>
                <a:cs typeface="Times New Roman"/>
              </a:rPr>
              <a:t>LoRA rank</a:t>
            </a:r>
          </a:p>
        </p:txBody>
      </p:sp>
      <p:sp>
        <p:nvSpPr>
          <p:cNvPr id="163" name="metric-~52 min">
            <a:extLst xmlns:a="http://schemas.openxmlformats.org/drawingml/2006/main">
              <a:ext uri="{FF2B5EF4-FFF2-40B4-BE49-F238E27FC236}">
                <a16:creationId xmlns:a16="http://schemas.microsoft.com/office/drawing/2014/main" id="{782EADC7-CA4B-4BFB-B1FE-FB70A7F3AFC9}"/>
              </a:ext>
            </a:extLst>
          </p:cNvPr>
          <p:cNvSpPr>
            <a:spLocks xmlns:a="http://schemas.openxmlformats.org/drawingml/2006/main" noGrp="1"/>
          </p:cNvSpPr>
          <p:nvPr/>
        </p:nvSpPr>
        <p:spPr>
          <a:xfrm xmlns:a="http://schemas.openxmlformats.org/drawingml/2006/main">
            <a:off x="6000750" y="2476500"/>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0703"/>
          </a:bodyPr>
          <a:lstStyle xmlns:a="http://schemas.openxmlformats.org/drawingml/2006/main">
            <a:defPPr algn="ctr">
              <a:defRPr sz="3150" b="1">
                <a:solidFill>
                  <a:srgbClr val="2D76AC"/>
                </a:solidFill>
                <a:latin typeface="Times New Roman"/>
                <a:ea typeface="Times New Roman"/>
                <a:cs typeface="Times New Roman"/>
              </a:defRPr>
            </a:defPPr>
          </a:lstStyle>
          <a:p xmlns:a="http://schemas.openxmlformats.org/drawingml/2006/main">
            <a:pPr algn="ctr">
              <a:lnSpc>
                <a:spcPct val="105000"/>
              </a:lnSpc>
              <a:buNone/>
              <a:defRPr sz="3150" b="1">
                <a:solidFill>
                  <a:srgbClr val="2D76AC"/>
                </a:solidFill>
                <a:latin typeface="Times New Roman"/>
                <a:ea typeface="Times New Roman"/>
                <a:cs typeface="Times New Roman"/>
              </a:defRPr>
            </a:pPr>
            <a:r>
              <a:rPr sz="3150" b="1">
                <a:solidFill>
                  <a:srgbClr val="2D76AC"/>
                </a:solidFill>
                <a:latin typeface="Times New Roman"/>
                <a:ea typeface="Times New Roman"/>
                <a:cs typeface="Times New Roman"/>
              </a:rPr>
              <a:t>~52 min</a:t>
            </a:r>
          </a:p>
        </p:txBody>
      </p:sp>
      <p:sp>
        <p:nvSpPr>
          <p:cNvPr id="164" name="metric-label-~52 min">
            <a:extLst xmlns:a="http://schemas.openxmlformats.org/drawingml/2006/main">
              <a:ext uri="{FF2B5EF4-FFF2-40B4-BE49-F238E27FC236}">
                <a16:creationId xmlns:a16="http://schemas.microsoft.com/office/drawing/2014/main" id="{11B74AC8-6300-43F5-95F6-663B0A2CCFB5}"/>
              </a:ext>
            </a:extLst>
          </p:cNvPr>
          <p:cNvSpPr>
            <a:spLocks xmlns:a="http://schemas.openxmlformats.org/drawingml/2006/main" noGrp="1"/>
          </p:cNvSpPr>
          <p:nvPr/>
        </p:nvSpPr>
        <p:spPr>
          <a:xfrm xmlns:a="http://schemas.openxmlformats.org/drawingml/2006/main">
            <a:off x="6000750" y="2981325"/>
            <a:ext cx="223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425" b="0">
                <a:solidFill>
                  <a:srgbClr val="4A4A4A"/>
                </a:solidFill>
                <a:latin typeface="Times New Roman"/>
                <a:ea typeface="Times New Roman"/>
                <a:cs typeface="Times New Roman"/>
              </a:defRPr>
            </a:defPPr>
          </a:lstStyle>
          <a:p xmlns:a="http://schemas.openxmlformats.org/drawingml/2006/main">
            <a:pPr algn="ctr">
              <a:lnSpc>
                <a:spcPct val="105000"/>
              </a:lnSpc>
              <a:buNone/>
              <a:defRPr sz="1425" b="0">
                <a:solidFill>
                  <a:srgbClr val="4A4A4A"/>
                </a:solidFill>
                <a:latin typeface="Times New Roman"/>
                <a:ea typeface="Times New Roman"/>
                <a:cs typeface="Times New Roman"/>
              </a:defRPr>
            </a:pPr>
            <a:r>
              <a:rPr sz="1425" b="0">
                <a:solidFill>
                  <a:srgbClr val="4A4A4A"/>
                </a:solidFill>
                <a:latin typeface="Times New Roman"/>
                <a:ea typeface="Times New Roman"/>
                <a:cs typeface="Times New Roman"/>
              </a:rPr>
              <a:t>per speaker fold</a:t>
            </a:r>
          </a:p>
        </p:txBody>
      </p:sp>
      <p:sp>
        <p:nvSpPr>
          <p:cNvPr id="165" name="method-detail">
            <a:extLst xmlns:a="http://schemas.openxmlformats.org/drawingml/2006/main">
              <a:ext uri="{FF2B5EF4-FFF2-40B4-BE49-F238E27FC236}">
                <a16:creationId xmlns:a16="http://schemas.microsoft.com/office/drawing/2014/main" id="{B6990A5D-977C-4FFA-A970-6DF27DC36C53}"/>
              </a:ext>
            </a:extLst>
          </p:cNvPr>
          <p:cNvSpPr>
            <a:spLocks xmlns:a="http://schemas.openxmlformats.org/drawingml/2006/main" noGrp="1"/>
          </p:cNvSpPr>
          <p:nvPr/>
        </p:nvSpPr>
        <p:spPr>
          <a:xfrm xmlns:a="http://schemas.openxmlformats.org/drawingml/2006/main">
            <a:off x="1076325" y="4343400"/>
            <a:ext cx="6991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725" b="0">
                <a:solidFill>
                  <a:srgbClr val="151515"/>
                </a:solidFill>
                <a:latin typeface="Times New Roman"/>
                <a:ea typeface="Times New Roman"/>
                <a:cs typeface="Times New Roman"/>
              </a:defRPr>
            </a:defPPr>
          </a:lstStyle>
          <a:p xmlns:a="http://schemas.openxmlformats.org/drawingml/2006/main">
            <a:pPr algn="ctr">
              <a:lnSpc>
                <a:spcPct val="105000"/>
              </a:lnSpc>
              <a:buNone/>
              <a:defRPr sz="1725" b="0">
                <a:solidFill>
                  <a:srgbClr val="151515"/>
                </a:solidFill>
                <a:latin typeface="Times New Roman"/>
                <a:ea typeface="Times New Roman"/>
                <a:cs typeface="Times New Roman"/>
              </a:defRPr>
            </a:pPr>
            <a:r>
              <a:rPr sz="1725" b="0">
                <a:solidFill>
                  <a:srgbClr val="151515"/>
                </a:solidFill>
                <a:latin typeface="Times New Roman"/>
                <a:ea typeface="Times New Roman"/>
                <a:cs typeface="Times New Roman"/>
              </a:rPr>
              <a:t>LoRA freezes the original model and trains small corrections in its attention layers. Each speaker fold was trained for three epochs.</a:t>
            </a:r>
          </a:p>
        </p:txBody>
      </p:sp>
    </p:spTree>
    <p:extLst>
      <p:ext uri="{BB962C8B-B14F-4D97-AF65-F5344CB8AC3E}">
        <p14:creationId xmlns:p14="http://schemas.microsoft.com/office/powerpoint/2010/main" val="152219063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BA58DA2A-B818-18A9-29C1-B697728D5BCE}" type="slidenum">
              <a:rPr sz="1425">
                <a:solidFill>
                  <a:srgbClr val="151515"/>
                </a:solidFill>
                <a:latin typeface="Times New Roman"/>
                <a:ea typeface="Times New Roman"/>
                <a:cs typeface="Times New Roman"/>
              </a:rPr>
              <a:t>8</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LoRA reduced errors on unseen speakers</a:t>
            </a:r>
            <a:endParaRPr sz="3200"/>
          </a:p>
        </p:txBody>
      </p:sp>
      <p:graphicFrame>
        <p:nvGraphicFramePr>
          <p:cNvPr id="158" name="Chart">
            <a:extLst xmlns:a="http://schemas.openxmlformats.org/drawingml/2006/main">
              <a:ext uri="{FF2B5EF4-FFF2-40B4-BE49-F238E27FC236}">
                <a16:creationId xmlns:a16="http://schemas.microsoft.com/office/drawing/2014/main" id="{9582955B-90E5-4501-AFBD-DEACC8C4503D}"/>
              </a:ext>
            </a:extLst>
          </p:cNvPr>
          <p:cNvGraphicFramePr/>
          <p:nvPr/>
        </p:nvGraphicFramePr>
        <p:xfrm>
          <a:off xmlns:a="http://schemas.openxmlformats.org/drawingml/2006/main" x="1238250" y="1666875"/>
          <a:ext xmlns:a="http://schemas.openxmlformats.org/drawingml/2006/main" cx="6667500" cy="3238500"/>
        </p:xfrm>
        <a:graphic xmlns:a="http://schemas.openxmlformats.org/drawingml/2006/main">
          <a:graphicData uri="http://schemas.openxmlformats.org/drawingml/2006/chart">
            <c:chart xmlns:r="http://schemas.openxmlformats.org/officeDocument/2006/relationships" xmlns:c="http://schemas.openxmlformats.org/drawingml/2006/chart" r:id="Rc1a2df55f03b409d"/>
          </a:graphicData>
        </a:graphic>
      </p:graphicFrame>
      <p:sp>
        <p:nvSpPr>
          <p:cNvPr id="159" name="main-result">
            <a:extLst xmlns:a="http://schemas.openxmlformats.org/drawingml/2006/main">
              <a:ext uri="{FF2B5EF4-FFF2-40B4-BE49-F238E27FC236}">
                <a16:creationId xmlns:a16="http://schemas.microsoft.com/office/drawing/2014/main" id="{4E0CA4AD-A49D-4EC9-BD63-44F483A02B30}"/>
              </a:ext>
            </a:extLst>
          </p:cNvPr>
          <p:cNvSpPr>
            <a:spLocks xmlns:a="http://schemas.openxmlformats.org/drawingml/2006/main" noGrp="1"/>
          </p:cNvSpPr>
          <p:nvPr/>
        </p:nvSpPr>
        <p:spPr>
          <a:xfrm xmlns:a="http://schemas.openxmlformats.org/drawingml/2006/main">
            <a:off x="981075" y="5000625"/>
            <a:ext cx="718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650" b="1">
                <a:solidFill>
                  <a:srgbClr val="963651"/>
                </a:solidFill>
                <a:latin typeface="Times New Roman"/>
                <a:ea typeface="Times New Roman"/>
                <a:cs typeface="Times New Roman"/>
              </a:defRPr>
            </a:defPPr>
          </a:lstStyle>
          <a:p xmlns:a="http://schemas.openxmlformats.org/drawingml/2006/main">
            <a:pPr algn="ctr">
              <a:lnSpc>
                <a:spcPct val="105000"/>
              </a:lnSpc>
              <a:buNone/>
              <a:defRPr sz="1650" b="1">
                <a:solidFill>
                  <a:srgbClr val="963651"/>
                </a:solidFill>
                <a:latin typeface="Times New Roman"/>
                <a:ea typeface="Times New Roman"/>
                <a:cs typeface="Times New Roman"/>
              </a:defRPr>
            </a:pPr>
            <a:r>
              <a:rPr sz="1650" b="1">
                <a:solidFill>
                  <a:srgbClr val="963651"/>
                </a:solidFill>
                <a:latin typeface="Times New Roman"/>
                <a:ea typeface="Times New Roman"/>
                <a:cs typeface="Times New Roman"/>
              </a:rPr>
              <a:t>29.0 percentage points fewer word errors, with significant improvement for all 8 held-out speakers.</a:t>
            </a:r>
          </a:p>
        </p:txBody>
      </p:sp>
    </p:spTree>
    <p:extLst>
      <p:ext uri="{BB962C8B-B14F-4D97-AF65-F5344CB8AC3E}">
        <p14:creationId xmlns:p14="http://schemas.microsoft.com/office/powerpoint/2010/main" val="152219063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388657AE-30A1-5A7A-6A7F-315D84436430}" type="slidenum">
              <a:rPr sz="1425">
                <a:solidFill>
                  <a:srgbClr val="151515"/>
                </a:solidFill>
                <a:latin typeface="Times New Roman"/>
                <a:ea typeface="Times New Roman"/>
                <a:cs typeface="Times New Roman"/>
              </a:rPr>
              <a:t>9</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A stricter test exposes vocabulary overlap</a:t>
            </a:r>
            <a:endParaRPr sz="3200"/>
          </a:p>
        </p:txBody>
      </p:sp>
      <p:graphicFrame>
        <p:nvGraphicFramePr>
          <p:cNvPr id="158" name="Chart">
            <a:extLst xmlns:a="http://schemas.openxmlformats.org/drawingml/2006/main">
              <a:ext uri="{FF2B5EF4-FFF2-40B4-BE49-F238E27FC236}">
                <a16:creationId xmlns:a16="http://schemas.microsoft.com/office/drawing/2014/main" id="{B7D56A05-35E7-43A9-92D5-F4667232EDE1}"/>
              </a:ext>
            </a:extLst>
          </p:cNvPr>
          <p:cNvGraphicFramePr/>
          <p:nvPr/>
        </p:nvGraphicFramePr>
        <p:xfrm>
          <a:off xmlns:a="http://schemas.openxmlformats.org/drawingml/2006/main" x="1066800" y="1714500"/>
          <a:ext xmlns:a="http://schemas.openxmlformats.org/drawingml/2006/main" cx="7010400" cy="3143250"/>
        </p:xfrm>
        <a:graphic xmlns:a="http://schemas.openxmlformats.org/drawingml/2006/main">
          <a:graphicData uri="http://schemas.openxmlformats.org/drawingml/2006/chart">
            <c:chart xmlns:r="http://schemas.openxmlformats.org/officeDocument/2006/relationships" xmlns:c="http://schemas.openxmlformats.org/drawingml/2006/chart" r:id="Ra612ad77902e4271"/>
          </a:graphicData>
        </a:graphic>
      </p:graphicFrame>
      <p:sp>
        <p:nvSpPr>
          <p:cNvPr id="159" name="strict-explainer">
            <a:extLst xmlns:a="http://schemas.openxmlformats.org/drawingml/2006/main">
              <a:ext uri="{FF2B5EF4-FFF2-40B4-BE49-F238E27FC236}">
                <a16:creationId xmlns:a16="http://schemas.microsoft.com/office/drawing/2014/main" id="{777F90EC-8703-4739-A7B8-1206FA51FCA7}"/>
              </a:ext>
            </a:extLst>
          </p:cNvPr>
          <p:cNvSpPr>
            <a:spLocks xmlns:a="http://schemas.openxmlformats.org/drawingml/2006/main" noGrp="1"/>
          </p:cNvSpPr>
          <p:nvPr/>
        </p:nvSpPr>
        <p:spPr>
          <a:xfrm xmlns:a="http://schemas.openxmlformats.org/drawingml/2006/main">
            <a:off x="962025" y="4829175"/>
            <a:ext cx="7219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575" b="1">
                <a:solidFill>
                  <a:srgbClr val="151515"/>
                </a:solidFill>
                <a:latin typeface="Times New Roman"/>
                <a:ea typeface="Times New Roman"/>
                <a:cs typeface="Times New Roman"/>
              </a:defRPr>
            </a:defPPr>
          </a:lstStyle>
          <a:p xmlns:a="http://schemas.openxmlformats.org/drawingml/2006/main">
            <a:pPr algn="ctr">
              <a:lnSpc>
                <a:spcPct val="105000"/>
              </a:lnSpc>
              <a:buNone/>
              <a:defRPr sz="1575" b="1">
                <a:solidFill>
                  <a:srgbClr val="151515"/>
                </a:solidFill>
                <a:latin typeface="Times New Roman"/>
                <a:ea typeface="Times New Roman"/>
                <a:cs typeface="Times New Roman"/>
              </a:defRPr>
            </a:pPr>
            <a:r>
              <a:rPr sz="1575" b="1">
                <a:solidFill>
                  <a:srgbClr val="151515"/>
                </a:solidFill>
                <a:latin typeface="Times New Roman"/>
                <a:ea typeface="Times New Roman"/>
                <a:cs typeface="Times New Roman"/>
              </a:rPr>
              <a:t>We removed training clips whose prompt matched a test speaker’s prompt. The gain narrowed from 29.0 to 8.8 points.</a:t>
            </a:r>
          </a:p>
        </p:txBody>
      </p:sp>
      <p:sp>
        <p:nvSpPr>
          <p:cNvPr id="160" name="strict-caveat">
            <a:extLst xmlns:a="http://schemas.openxmlformats.org/drawingml/2006/main">
              <a:ext uri="{FF2B5EF4-FFF2-40B4-BE49-F238E27FC236}">
                <a16:creationId xmlns:a16="http://schemas.microsoft.com/office/drawing/2014/main" id="{8FB6B02C-2292-4CB5-AB07-F1C8FEC1FA04}"/>
              </a:ext>
            </a:extLst>
          </p:cNvPr>
          <p:cNvSpPr>
            <a:spLocks xmlns:a="http://schemas.openxmlformats.org/drawingml/2006/main" noGrp="1"/>
          </p:cNvSpPr>
          <p:nvPr/>
        </p:nvSpPr>
        <p:spPr>
          <a:xfrm xmlns:a="http://schemas.openxmlformats.org/drawingml/2006/main">
            <a:off x="1095375" y="5524500"/>
            <a:ext cx="695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275" b="0">
                <a:solidFill>
                  <a:srgbClr val="4A4A4A"/>
                </a:solidFill>
                <a:latin typeface="Times New Roman"/>
                <a:ea typeface="Times New Roman"/>
                <a:cs typeface="Times New Roman"/>
              </a:defRPr>
            </a:defPPr>
          </a:lstStyle>
          <a:p xmlns:a="http://schemas.openxmlformats.org/drawingml/2006/main">
            <a:pPr algn="ctr">
              <a:lnSpc>
                <a:spcPct val="105000"/>
              </a:lnSpc>
              <a:buNone/>
              <a:defRPr sz="1275" b="0">
                <a:solidFill>
                  <a:srgbClr val="4A4A4A"/>
                </a:solidFill>
                <a:latin typeface="Times New Roman"/>
                <a:ea typeface="Times New Roman"/>
                <a:cs typeface="Times New Roman"/>
              </a:defRPr>
            </a:pPr>
            <a:r>
              <a:rPr sz="1275" b="0">
                <a:solidFill>
                  <a:srgbClr val="4A4A4A"/>
                </a:solidFill>
                <a:latin typeface="Times New Roman"/>
                <a:ea typeface="Times New Roman"/>
                <a:cs typeface="Times New Roman"/>
              </a:rPr>
              <a:t>This also left only 27–76% of the training data, so the test does not isolate vocabulary overlap.</a:t>
            </a:r>
          </a:p>
        </p:txBody>
      </p:sp>
    </p:spTree>
    <p:extLst>
      <p:ext uri="{BB962C8B-B14F-4D97-AF65-F5344CB8AC3E}">
        <p14:creationId xmlns:p14="http://schemas.microsoft.com/office/powerpoint/2010/main" val="152219063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DB7BEEEC-A170-5376-2B6E-CB54687B0CB1}" type="slidenum">
              <a:rPr sz="1425">
                <a:solidFill>
                  <a:srgbClr val="151515"/>
                </a:solidFill>
                <a:latin typeface="Times New Roman"/>
                <a:ea typeface="Times New Roman"/>
                <a:cs typeface="Times New Roman"/>
              </a:rPr>
              <a:t>10</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What the strict model actually fixed</a:t>
            </a:r>
            <a:endParaRPr sz="3200"/>
          </a:p>
        </p:txBody>
      </p:sp>
      <p:graphicFrame>
        <p:nvGraphicFramePr>
          <p:cNvPr id="158" name="Chart">
            <a:extLst xmlns:a="http://schemas.openxmlformats.org/drawingml/2006/main">
              <a:ext uri="{FF2B5EF4-FFF2-40B4-BE49-F238E27FC236}">
                <a16:creationId xmlns:a16="http://schemas.microsoft.com/office/drawing/2014/main" id="{E6A1EEEE-6C89-4446-B81C-8B3EBDB49DF3}"/>
              </a:ext>
            </a:extLst>
          </p:cNvPr>
          <p:cNvGraphicFramePr/>
          <p:nvPr/>
        </p:nvGraphicFramePr>
        <p:xfrm>
          <a:off xmlns:a="http://schemas.openxmlformats.org/drawingml/2006/main" x="1000125" y="1762125"/>
          <a:ext xmlns:a="http://schemas.openxmlformats.org/drawingml/2006/main" cx="7143750" cy="3190875"/>
        </p:xfrm>
        <a:graphic xmlns:a="http://schemas.openxmlformats.org/drawingml/2006/main">
          <a:graphicData uri="http://schemas.openxmlformats.org/drawingml/2006/chart">
            <c:chart xmlns:r="http://schemas.openxmlformats.org/officeDocument/2006/relationships" xmlns:c="http://schemas.openxmlformats.org/drawingml/2006/chart" r:id="Rf8a0d769825d4e4d"/>
          </a:graphicData>
        </a:graphic>
      </p:graphicFrame>
      <p:sp>
        <p:nvSpPr>
          <p:cNvPr id="159" name="error-meaning">
            <a:extLst xmlns:a="http://schemas.openxmlformats.org/drawingml/2006/main">
              <a:ext uri="{FF2B5EF4-FFF2-40B4-BE49-F238E27FC236}">
                <a16:creationId xmlns:a16="http://schemas.microsoft.com/office/drawing/2014/main" id="{B7CD737D-F25E-4D82-BFAB-B2A41A339E04}"/>
              </a:ext>
            </a:extLst>
          </p:cNvPr>
          <p:cNvSpPr>
            <a:spLocks xmlns:a="http://schemas.openxmlformats.org/drawingml/2006/main" noGrp="1"/>
          </p:cNvSpPr>
          <p:nvPr/>
        </p:nvSpPr>
        <p:spPr>
          <a:xfrm xmlns:a="http://schemas.openxmlformats.org/drawingml/2006/main">
            <a:off x="1009650" y="5114925"/>
            <a:ext cx="712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650" b="1">
                <a:solidFill>
                  <a:srgbClr val="151515"/>
                </a:solidFill>
                <a:latin typeface="Times New Roman"/>
                <a:ea typeface="Times New Roman"/>
                <a:cs typeface="Times New Roman"/>
              </a:defRPr>
            </a:defPPr>
          </a:lstStyle>
          <a:p xmlns:a="http://schemas.openxmlformats.org/drawingml/2006/main">
            <a:pPr algn="ctr">
              <a:lnSpc>
                <a:spcPct val="105000"/>
              </a:lnSpc>
              <a:buNone/>
              <a:defRPr sz="1650" b="1">
                <a:solidFill>
                  <a:srgbClr val="151515"/>
                </a:solidFill>
                <a:latin typeface="Times New Roman"/>
                <a:ea typeface="Times New Roman"/>
                <a:cs typeface="Times New Roman"/>
              </a:defRPr>
            </a:pPr>
            <a:r>
              <a:rPr sz="1650" b="1">
                <a:solidFill>
                  <a:srgbClr val="151515"/>
                </a:solidFill>
                <a:latin typeface="Times New Roman"/>
                <a:ea typeface="Times New Roman"/>
                <a:cs typeface="Times New Roman"/>
              </a:rPr>
              <a:t>On severe speech with new prompts, most of the remaining benefit came from fewer invented words.</a:t>
            </a:r>
          </a:p>
        </p:txBody>
      </p:sp>
    </p:spTree>
    <p:extLst>
      <p:ext uri="{BB962C8B-B14F-4D97-AF65-F5344CB8AC3E}">
        <p14:creationId xmlns:p14="http://schemas.microsoft.com/office/powerpoint/2010/main" val="152219063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30394428-F1DC-E5F6-DB0C-7DE31F3D8A23}" type="slidenum">
              <a:rPr sz="1425">
                <a:solidFill>
                  <a:srgbClr val="151515"/>
                </a:solidFill>
                <a:latin typeface="Times New Roman"/>
                <a:ea typeface="Times New Roman"/>
                <a:cs typeface="Times New Roman"/>
              </a:rPr>
              <a:t>11</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Five minutes of personal speech helps</a:t>
            </a:r>
            <a:endParaRPr sz="3200"/>
          </a:p>
        </p:txBody>
      </p:sp>
      <p:graphicFrame>
        <p:nvGraphicFramePr>
          <p:cNvPr id="158" name="Chart">
            <a:extLst xmlns:a="http://schemas.openxmlformats.org/drawingml/2006/main">
              <a:ext uri="{FF2B5EF4-FFF2-40B4-BE49-F238E27FC236}">
                <a16:creationId xmlns:a16="http://schemas.microsoft.com/office/drawing/2014/main" id="{D90789AE-4064-4D3F-BA78-A6A94EC4463B}"/>
              </a:ext>
            </a:extLst>
          </p:cNvPr>
          <p:cNvGraphicFramePr/>
          <p:nvPr/>
        </p:nvGraphicFramePr>
        <p:xfrm>
          <a:off xmlns:a="http://schemas.openxmlformats.org/drawingml/2006/main" x="1190625" y="1714500"/>
          <a:ext xmlns:a="http://schemas.openxmlformats.org/drawingml/2006/main" cx="6762750" cy="2905125"/>
        </p:xfrm>
        <a:graphic xmlns:a="http://schemas.openxmlformats.org/drawingml/2006/main">
          <a:graphicData uri="http://schemas.openxmlformats.org/drawingml/2006/chart">
            <c:chart xmlns:r="http://schemas.openxmlformats.org/officeDocument/2006/relationships" xmlns:c="http://schemas.openxmlformats.org/drawingml/2006/chart" r:id="R8e92e10fc9164a17"/>
          </a:graphicData>
        </a:graphic>
      </p:graphicFrame>
      <p:sp>
        <p:nvSpPr>
          <p:cNvPr id="159" name="personal-benefit">
            <a:extLst xmlns:a="http://schemas.openxmlformats.org/drawingml/2006/main">
              <a:ext uri="{FF2B5EF4-FFF2-40B4-BE49-F238E27FC236}">
                <a16:creationId xmlns:a16="http://schemas.microsoft.com/office/drawing/2014/main" id="{AF4A9CD7-3470-4E67-A25B-1D13405B14B0}"/>
              </a:ext>
            </a:extLst>
          </p:cNvPr>
          <p:cNvSpPr>
            <a:spLocks xmlns:a="http://schemas.openxmlformats.org/drawingml/2006/main" noGrp="1"/>
          </p:cNvSpPr>
          <p:nvPr/>
        </p:nvSpPr>
        <p:spPr>
          <a:xfrm xmlns:a="http://schemas.openxmlformats.org/drawingml/2006/main">
            <a:off x="962025" y="4762500"/>
            <a:ext cx="72199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575" b="1">
                <a:solidFill>
                  <a:srgbClr val="151515"/>
                </a:solidFill>
                <a:latin typeface="Times New Roman"/>
                <a:ea typeface="Times New Roman"/>
                <a:cs typeface="Times New Roman"/>
              </a:defRPr>
            </a:defPPr>
          </a:lstStyle>
          <a:p xmlns:a="http://schemas.openxmlformats.org/drawingml/2006/main">
            <a:pPr algn="ctr">
              <a:lnSpc>
                <a:spcPct val="105000"/>
              </a:lnSpc>
              <a:buNone/>
              <a:defRPr sz="1575" b="1">
                <a:solidFill>
                  <a:srgbClr val="151515"/>
                </a:solidFill>
                <a:latin typeface="Times New Roman"/>
                <a:ea typeface="Times New Roman"/>
                <a:cs typeface="Times New Roman"/>
              </a:defRPr>
            </a:pPr>
            <a:r>
              <a:rPr sz="1575" b="1">
                <a:solidFill>
                  <a:srgbClr val="151515"/>
                </a:solidFill>
                <a:latin typeface="Times New Roman"/>
                <a:ea typeface="Times New Roman"/>
                <a:cs typeface="Times New Roman"/>
              </a:rPr>
              <a:t>The 3.9-point overall gain came mainly from severe speakers: M04 −16.2, M02 −9.2 and M01 −7.6 points.</a:t>
            </a:r>
          </a:p>
        </p:txBody>
      </p:sp>
      <p:sp>
        <p:nvSpPr>
          <p:cNvPr id="160" name="personal-caution">
            <a:extLst xmlns:a="http://schemas.openxmlformats.org/drawingml/2006/main">
              <a:ext uri="{FF2B5EF4-FFF2-40B4-BE49-F238E27FC236}">
                <a16:creationId xmlns:a16="http://schemas.microsoft.com/office/drawing/2014/main" id="{5039DD5C-05A2-456E-A057-14D24F1A2E84}"/>
              </a:ext>
            </a:extLst>
          </p:cNvPr>
          <p:cNvSpPr>
            <a:spLocks xmlns:a="http://schemas.openxmlformats.org/drawingml/2006/main" noGrp="1"/>
          </p:cNvSpPr>
          <p:nvPr/>
        </p:nvSpPr>
        <p:spPr>
          <a:xfrm xmlns:a="http://schemas.openxmlformats.org/drawingml/2006/main">
            <a:off x="1066800" y="5505450"/>
            <a:ext cx="701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6276"/>
          </a:bodyPr>
          <a:lstStyle xmlns:a="http://schemas.openxmlformats.org/drawingml/2006/main">
            <a:defPPr algn="ctr">
              <a:defRPr sz="1425" b="0">
                <a:solidFill>
                  <a:srgbClr val="963651"/>
                </a:solidFill>
                <a:latin typeface="Times New Roman"/>
                <a:ea typeface="Times New Roman"/>
                <a:cs typeface="Times New Roman"/>
              </a:defRPr>
            </a:defPPr>
          </a:lstStyle>
          <a:p xmlns:a="http://schemas.openxmlformats.org/drawingml/2006/main">
            <a:pPr algn="ctr">
              <a:lnSpc>
                <a:spcPct val="105000"/>
              </a:lnSpc>
              <a:buNone/>
              <a:defRPr sz="1425" b="0">
                <a:solidFill>
                  <a:srgbClr val="963651"/>
                </a:solidFill>
                <a:latin typeface="Times New Roman"/>
                <a:ea typeface="Times New Roman"/>
                <a:cs typeface="Times New Roman"/>
              </a:defRPr>
            </a:pPr>
            <a:r>
              <a:rPr sz="1425" b="0">
                <a:solidFill>
                  <a:srgbClr val="963651"/>
                </a:solidFill>
                <a:latin typeface="Times New Roman"/>
                <a:ea typeface="Times New Roman"/>
                <a:cs typeface="Times New Roman"/>
              </a:rPr>
              <a:t>One or two minutes sometimes made results worse, so the small-data training recipe needs retuning.</a:t>
            </a:r>
          </a:p>
        </p:txBody>
      </p:sp>
    </p:spTree>
    <p:extLst>
      <p:ext uri="{BB962C8B-B14F-4D97-AF65-F5344CB8AC3E}">
        <p14:creationId xmlns:p14="http://schemas.microsoft.com/office/powerpoint/2010/main" val="152219063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4DB16885-0D3F-A391-B669-3211DB3B26E8}" type="slidenum">
              <a:rPr sz="1425">
                <a:solidFill>
                  <a:srgbClr val="151515"/>
                </a:solidFill>
                <a:latin typeface="Times New Roman"/>
                <a:ea typeface="Times New Roman"/>
                <a:cs typeface="Times New Roman"/>
              </a:rPr>
              <a:t>12</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Target status after Phase 1</a:t>
            </a:r>
            <a:endParaRPr sz="3200"/>
          </a:p>
        </p:txBody>
      </p:sp>
      <p:sp>
        <p:nvSpPr>
          <p:cNvPr id="158" name="target-header">
            <a:extLst xmlns:a="http://schemas.openxmlformats.org/drawingml/2006/main">
              <a:ext uri="{FF2B5EF4-FFF2-40B4-BE49-F238E27FC236}">
                <a16:creationId xmlns:a16="http://schemas.microsoft.com/office/drawing/2014/main" id="{1D4CEC6D-6DD3-4BFD-9919-583088B3C378}"/>
              </a:ext>
            </a:extLst>
          </p:cNvPr>
          <p:cNvSpPr>
            <a:spLocks xmlns:a="http://schemas.openxmlformats.org/drawingml/2006/main" noGrp="1"/>
          </p:cNvSpPr>
          <p:nvPr/>
        </p:nvSpPr>
        <p:spPr>
          <a:xfrm xmlns:a="http://schemas.openxmlformats.org/drawingml/2006/main">
            <a:off x="1019175" y="1495425"/>
            <a:ext cx="7105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950" b="1">
                <a:solidFill>
                  <a:srgbClr val="963651"/>
                </a:solidFill>
                <a:latin typeface="Times New Roman"/>
                <a:ea typeface="Times New Roman"/>
                <a:cs typeface="Times New Roman"/>
              </a:defRPr>
            </a:defPPr>
          </a:lstStyle>
          <a:p xmlns:a="http://schemas.openxmlformats.org/drawingml/2006/main">
            <a:pPr algn="ctr">
              <a:lnSpc>
                <a:spcPct val="105000"/>
              </a:lnSpc>
              <a:buNone/>
              <a:defRPr sz="1950" b="1">
                <a:solidFill>
                  <a:srgbClr val="963651"/>
                </a:solidFill>
                <a:latin typeface="Times New Roman"/>
                <a:ea typeface="Times New Roman"/>
                <a:cs typeface="Times New Roman"/>
              </a:defRPr>
            </a:pPr>
            <a:r>
              <a:rPr sz="1950" b="1">
                <a:solidFill>
                  <a:srgbClr val="963651"/>
                </a:solidFill>
                <a:latin typeface="Times New Roman"/>
                <a:ea typeface="Times New Roman"/>
                <a:cs typeface="Times New Roman"/>
              </a:rPr>
              <a:t>Proposal target: 20–25% word error rate</a:t>
            </a:r>
          </a:p>
        </p:txBody>
      </p:sp>
      <p:sp>
        <p:nvSpPr>
          <p:cNvPr id="159" name="known-status">
            <a:extLst xmlns:a="http://schemas.openxmlformats.org/drawingml/2006/main">
              <a:ext uri="{FF2B5EF4-FFF2-40B4-BE49-F238E27FC236}">
                <a16:creationId xmlns:a16="http://schemas.microsoft.com/office/drawing/2014/main" id="{51A45DF0-A305-4BB3-9479-49E67739882C}"/>
              </a:ext>
            </a:extLst>
          </p:cNvPr>
          <p:cNvSpPr>
            <a:spLocks xmlns:a="http://schemas.openxmlformats.org/drawingml/2006/main" noGrp="1"/>
          </p:cNvSpPr>
          <p:nvPr/>
        </p:nvSpPr>
        <p:spPr>
          <a:xfrm xmlns:a="http://schemas.openxmlformats.org/drawingml/2006/main">
            <a:off x="1047750" y="2466975"/>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725" b="0">
                <a:solidFill>
                  <a:srgbClr val="151515"/>
                </a:solidFill>
                <a:latin typeface="Times New Roman"/>
                <a:ea typeface="Times New Roman"/>
                <a:cs typeface="Times New Roman"/>
              </a:defRPr>
            </a:defPPr>
          </a:lstStyle>
          <a:p xmlns:a="http://schemas.openxmlformats.org/drawingml/2006/main">
            <a:pPr algn="ctr">
              <a:lnSpc>
                <a:spcPct val="105000"/>
              </a:lnSpc>
              <a:buNone/>
              <a:defRPr sz="1725" b="0">
                <a:solidFill>
                  <a:srgbClr val="151515"/>
                </a:solidFill>
                <a:latin typeface="Times New Roman"/>
                <a:ea typeface="Times New Roman"/>
                <a:cs typeface="Times New Roman"/>
              </a:defRPr>
            </a:pPr>
            <a:r>
              <a:rPr sz="1725" b="0">
                <a:solidFill>
                  <a:srgbClr val="151515"/>
                </a:solidFill>
                <a:latin typeface="Times New Roman"/>
                <a:ea typeface="Times New Roman"/>
                <a:cs typeface="Times New Roman"/>
              </a:rPr>
              <a:t>24.0% WER. Held-out speakers with shared prompts. Target met in this setting.</a:t>
            </a:r>
          </a:p>
        </p:txBody>
      </p:sp>
      <p:sp>
        <p:nvSpPr>
          <p:cNvPr id="160" name="new-status">
            <a:extLst xmlns:a="http://schemas.openxmlformats.org/drawingml/2006/main">
              <a:ext uri="{FF2B5EF4-FFF2-40B4-BE49-F238E27FC236}">
                <a16:creationId xmlns:a16="http://schemas.microsoft.com/office/drawing/2014/main" id="{97C5D84D-FA39-487C-AAA8-EDBBA617F024}"/>
              </a:ext>
            </a:extLst>
          </p:cNvPr>
          <p:cNvSpPr>
            <a:spLocks xmlns:a="http://schemas.openxmlformats.org/drawingml/2006/main" noGrp="1"/>
          </p:cNvSpPr>
          <p:nvPr/>
        </p:nvSpPr>
        <p:spPr>
          <a:xfrm xmlns:a="http://schemas.openxmlformats.org/drawingml/2006/main">
            <a:off x="1047750" y="3438525"/>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725" b="0">
                <a:solidFill>
                  <a:srgbClr val="151515"/>
                </a:solidFill>
                <a:latin typeface="Times New Roman"/>
                <a:ea typeface="Times New Roman"/>
                <a:cs typeface="Times New Roman"/>
              </a:defRPr>
            </a:defPPr>
          </a:lstStyle>
          <a:p xmlns:a="http://schemas.openxmlformats.org/drawingml/2006/main">
            <a:pPr algn="ctr">
              <a:lnSpc>
                <a:spcPct val="105000"/>
              </a:lnSpc>
              <a:buNone/>
              <a:defRPr sz="1725" b="0">
                <a:solidFill>
                  <a:srgbClr val="151515"/>
                </a:solidFill>
                <a:latin typeface="Times New Roman"/>
                <a:ea typeface="Times New Roman"/>
                <a:cs typeface="Times New Roman"/>
              </a:defRPr>
            </a:pPr>
            <a:r>
              <a:rPr sz="1725" b="0">
                <a:solidFill>
                  <a:srgbClr val="151515"/>
                </a:solidFill>
                <a:latin typeface="Times New Roman"/>
                <a:ea typeface="Times New Roman"/>
                <a:cs typeface="Times New Roman"/>
              </a:rPr>
              <a:t>44.2% WER. Held-out speakers with new prompts. Target not met.</a:t>
            </a:r>
          </a:p>
        </p:txBody>
      </p:sp>
      <p:sp>
        <p:nvSpPr>
          <p:cNvPr id="161" name="severe-status">
            <a:extLst xmlns:a="http://schemas.openxmlformats.org/drawingml/2006/main">
              <a:ext uri="{FF2B5EF4-FFF2-40B4-BE49-F238E27FC236}">
                <a16:creationId xmlns:a16="http://schemas.microsoft.com/office/drawing/2014/main" id="{720F4D09-D4F9-4FB0-92D0-9211BB4777ED}"/>
              </a:ext>
            </a:extLst>
          </p:cNvPr>
          <p:cNvSpPr>
            <a:spLocks xmlns:a="http://schemas.openxmlformats.org/drawingml/2006/main" noGrp="1"/>
          </p:cNvSpPr>
          <p:nvPr/>
        </p:nvSpPr>
        <p:spPr>
          <a:xfrm xmlns:a="http://schemas.openxmlformats.org/drawingml/2006/main">
            <a:off x="1047750" y="4410075"/>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725" b="0">
                <a:solidFill>
                  <a:srgbClr val="151515"/>
                </a:solidFill>
                <a:latin typeface="Times New Roman"/>
                <a:ea typeface="Times New Roman"/>
                <a:cs typeface="Times New Roman"/>
              </a:defRPr>
            </a:defPPr>
          </a:lstStyle>
          <a:p xmlns:a="http://schemas.openxmlformats.org/drawingml/2006/main">
            <a:pPr algn="ctr">
              <a:lnSpc>
                <a:spcPct val="105000"/>
              </a:lnSpc>
              <a:buNone/>
              <a:defRPr sz="1725" b="0">
                <a:solidFill>
                  <a:srgbClr val="151515"/>
                </a:solidFill>
                <a:latin typeface="Times New Roman"/>
                <a:ea typeface="Times New Roman"/>
                <a:cs typeface="Times New Roman"/>
              </a:defRPr>
            </a:pPr>
            <a:r>
              <a:rPr sz="1725" b="0">
                <a:solidFill>
                  <a:srgbClr val="151515"/>
                </a:solidFill>
                <a:latin typeface="Times New Roman"/>
                <a:ea typeface="Times New Roman"/>
                <a:cs typeface="Times New Roman"/>
              </a:rPr>
              <a:t>70.4% WER. Severe speakers with new prompts. Major gap remains.</a:t>
            </a:r>
          </a:p>
        </p:txBody>
      </p:sp>
    </p:spTree>
    <p:extLst>
      <p:ext uri="{BB962C8B-B14F-4D97-AF65-F5344CB8AC3E}">
        <p14:creationId xmlns:p14="http://schemas.microsoft.com/office/powerpoint/2010/main" val="152219063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2DD23107-4986-8758-3A93-3D74F35908CC}" type="slidenum">
              <a:rPr sz="1425">
                <a:solidFill>
                  <a:srgbClr val="151515"/>
                </a:solidFill>
                <a:latin typeface="Times New Roman"/>
                <a:ea typeface="Times New Roman"/>
                <a:cs typeface="Times New Roman"/>
              </a:rPr>
              <a:t>13</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What Phase 2 needs to build</a:t>
            </a:r>
            <a:endParaRPr sz="3200"/>
          </a:p>
        </p:txBody>
      </p:sp>
      <p:sp>
        <p:nvSpPr>
          <p:cNvPr id="158" name="phase2-a">
            <a:extLst xmlns:a="http://schemas.openxmlformats.org/drawingml/2006/main">
              <a:ext uri="{FF2B5EF4-FFF2-40B4-BE49-F238E27FC236}">
                <a16:creationId xmlns:a16="http://schemas.microsoft.com/office/drawing/2014/main" id="{60E2D008-0B90-479A-966C-8EAD64F8882A}"/>
              </a:ext>
            </a:extLst>
          </p:cNvPr>
          <p:cNvSpPr>
            <a:spLocks xmlns:a="http://schemas.openxmlformats.org/drawingml/2006/main" noGrp="1"/>
          </p:cNvSpPr>
          <p:nvPr/>
        </p:nvSpPr>
        <p:spPr>
          <a:xfrm xmlns:a="http://schemas.openxmlformats.org/drawingml/2006/main">
            <a:off x="904875" y="1504950"/>
            <a:ext cx="733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875" b="1">
                <a:solidFill>
                  <a:srgbClr val="963651"/>
                </a:solidFill>
                <a:latin typeface="Times New Roman"/>
                <a:ea typeface="Times New Roman"/>
                <a:cs typeface="Times New Roman"/>
              </a:defRPr>
            </a:defPPr>
          </a:lstStyle>
          <a:p xmlns:a="http://schemas.openxmlformats.org/drawingml/2006/main">
            <a:pPr algn="l">
              <a:lnSpc>
                <a:spcPct val="105000"/>
              </a:lnSpc>
              <a:buNone/>
              <a:defRPr sz="1875" b="1">
                <a:solidFill>
                  <a:srgbClr val="963651"/>
                </a:solidFill>
                <a:latin typeface="Times New Roman"/>
                <a:ea typeface="Times New Roman"/>
                <a:cs typeface="Times New Roman"/>
              </a:defRPr>
            </a:pPr>
            <a:r>
              <a:rPr sz="1875" b="1">
                <a:solidFill>
                  <a:srgbClr val="963651"/>
                </a:solidFill>
                <a:latin typeface="Times New Roman"/>
                <a:ea typeface="Times New Roman"/>
                <a:cs typeface="Times New Roman"/>
              </a:rPr>
              <a:t>New words remain hard</a:t>
            </a:r>
          </a:p>
        </p:txBody>
      </p:sp>
      <p:sp>
        <p:nvSpPr>
          <p:cNvPr id="159" name="phase2-a2">
            <a:extLst xmlns:a="http://schemas.openxmlformats.org/drawingml/2006/main">
              <a:ext uri="{FF2B5EF4-FFF2-40B4-BE49-F238E27FC236}">
                <a16:creationId xmlns:a16="http://schemas.microsoft.com/office/drawing/2014/main" id="{56E8341B-0A34-4C25-8DA7-B9A3F525F0D4}"/>
              </a:ext>
            </a:extLst>
          </p:cNvPr>
          <p:cNvSpPr>
            <a:spLocks xmlns:a="http://schemas.openxmlformats.org/drawingml/2006/main" noGrp="1"/>
          </p:cNvSpPr>
          <p:nvPr/>
        </p:nvSpPr>
        <p:spPr>
          <a:xfrm xmlns:a="http://schemas.openxmlformats.org/drawingml/2006/main">
            <a:off x="1200150" y="1971675"/>
            <a:ext cx="674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650" b="0">
                <a:solidFill>
                  <a:srgbClr val="151515"/>
                </a:solidFill>
                <a:latin typeface="Times New Roman"/>
                <a:ea typeface="Times New Roman"/>
                <a:cs typeface="Times New Roman"/>
              </a:defRPr>
            </a:defPPr>
          </a:lstStyle>
          <a:p xmlns:a="http://schemas.openxmlformats.org/drawingml/2006/main">
            <a:pPr algn="l">
              <a:lnSpc>
                <a:spcPct val="105000"/>
              </a:lnSpc>
              <a:buNone/>
              <a:defRPr sz="1650" b="0">
                <a:solidFill>
                  <a:srgbClr val="151515"/>
                </a:solidFill>
                <a:latin typeface="Times New Roman"/>
                <a:ea typeface="Times New Roman"/>
                <a:cs typeface="Times New Roman"/>
              </a:defRPr>
            </a:pPr>
            <a:r>
              <a:rPr sz="1650" b="0">
                <a:solidFill>
                  <a:srgbClr val="151515"/>
                </a:solidFill>
                <a:latin typeface="Times New Roman"/>
                <a:ea typeface="Times New Roman"/>
                <a:cs typeface="Times New Roman"/>
              </a:rPr>
              <a:t>Test inferred articulatory features and local context retrieval.</a:t>
            </a:r>
          </a:p>
        </p:txBody>
      </p:sp>
      <p:sp>
        <p:nvSpPr>
          <p:cNvPr id="160" name="phase2-b">
            <a:extLst xmlns:a="http://schemas.openxmlformats.org/drawingml/2006/main">
              <a:ext uri="{FF2B5EF4-FFF2-40B4-BE49-F238E27FC236}">
                <a16:creationId xmlns:a16="http://schemas.microsoft.com/office/drawing/2014/main" id="{57539DA9-4AB6-4ABA-81C5-6E15D63DD88B}"/>
              </a:ext>
            </a:extLst>
          </p:cNvPr>
          <p:cNvSpPr>
            <a:spLocks xmlns:a="http://schemas.openxmlformats.org/drawingml/2006/main" noGrp="1"/>
          </p:cNvSpPr>
          <p:nvPr/>
        </p:nvSpPr>
        <p:spPr>
          <a:xfrm xmlns:a="http://schemas.openxmlformats.org/drawingml/2006/main">
            <a:off x="904875" y="2771775"/>
            <a:ext cx="733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875" b="1">
                <a:solidFill>
                  <a:srgbClr val="963651"/>
                </a:solidFill>
                <a:latin typeface="Times New Roman"/>
                <a:ea typeface="Times New Roman"/>
                <a:cs typeface="Times New Roman"/>
              </a:defRPr>
            </a:defPPr>
          </a:lstStyle>
          <a:p xmlns:a="http://schemas.openxmlformats.org/drawingml/2006/main">
            <a:pPr algn="l">
              <a:lnSpc>
                <a:spcPct val="105000"/>
              </a:lnSpc>
              <a:buNone/>
              <a:defRPr sz="1875" b="1">
                <a:solidFill>
                  <a:srgbClr val="963651"/>
                </a:solidFill>
                <a:latin typeface="Times New Roman"/>
                <a:ea typeface="Times New Roman"/>
                <a:cs typeface="Times New Roman"/>
              </a:defRPr>
            </a:pPr>
            <a:r>
              <a:rPr sz="1875" b="1">
                <a:solidFill>
                  <a:srgbClr val="963651"/>
                </a:solidFill>
                <a:latin typeface="Times New Roman"/>
                <a:ea typeface="Times New Roman"/>
                <a:cs typeface="Times New Roman"/>
              </a:rPr>
              <a:t>Invented words could trigger wrong actions</a:t>
            </a:r>
          </a:p>
        </p:txBody>
      </p:sp>
      <p:sp>
        <p:nvSpPr>
          <p:cNvPr id="161" name="phase2-b2">
            <a:extLst xmlns:a="http://schemas.openxmlformats.org/drawingml/2006/main">
              <a:ext uri="{FF2B5EF4-FFF2-40B4-BE49-F238E27FC236}">
                <a16:creationId xmlns:a16="http://schemas.microsoft.com/office/drawing/2014/main" id="{96A57457-15DC-4479-A703-058F17BC85A3}"/>
              </a:ext>
            </a:extLst>
          </p:cNvPr>
          <p:cNvSpPr>
            <a:spLocks xmlns:a="http://schemas.openxmlformats.org/drawingml/2006/main" noGrp="1"/>
          </p:cNvSpPr>
          <p:nvPr/>
        </p:nvSpPr>
        <p:spPr>
          <a:xfrm xmlns:a="http://schemas.openxmlformats.org/drawingml/2006/main">
            <a:off x="1200150" y="3238500"/>
            <a:ext cx="674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650" b="0">
                <a:solidFill>
                  <a:srgbClr val="151515"/>
                </a:solidFill>
                <a:latin typeface="Times New Roman"/>
                <a:ea typeface="Times New Roman"/>
                <a:cs typeface="Times New Roman"/>
              </a:defRPr>
            </a:defPPr>
          </a:lstStyle>
          <a:p xmlns:a="http://schemas.openxmlformats.org/drawingml/2006/main">
            <a:pPr algn="l">
              <a:lnSpc>
                <a:spcPct val="105000"/>
              </a:lnSpc>
              <a:buNone/>
              <a:defRPr sz="1650" b="0">
                <a:solidFill>
                  <a:srgbClr val="151515"/>
                </a:solidFill>
                <a:latin typeface="Times New Roman"/>
                <a:ea typeface="Times New Roman"/>
                <a:cs typeface="Times New Roman"/>
              </a:defRPr>
            </a:pPr>
            <a:r>
              <a:rPr sz="1650" b="0">
                <a:solidFill>
                  <a:srgbClr val="151515"/>
                </a:solidFill>
                <a:latin typeface="Times New Roman"/>
                <a:ea typeface="Times New Roman"/>
                <a:cs typeface="Times New Roman"/>
              </a:rPr>
              <a:t>Add confidence and risk checks before the assistant acts.</a:t>
            </a:r>
          </a:p>
        </p:txBody>
      </p:sp>
      <p:sp>
        <p:nvSpPr>
          <p:cNvPr id="162" name="phase2-c">
            <a:extLst xmlns:a="http://schemas.openxmlformats.org/drawingml/2006/main">
              <a:ext uri="{FF2B5EF4-FFF2-40B4-BE49-F238E27FC236}">
                <a16:creationId xmlns:a16="http://schemas.microsoft.com/office/drawing/2014/main" id="{EF25922C-617A-43C9-B79F-12B6C201CE50}"/>
              </a:ext>
            </a:extLst>
          </p:cNvPr>
          <p:cNvSpPr>
            <a:spLocks xmlns:a="http://schemas.openxmlformats.org/drawingml/2006/main" noGrp="1"/>
          </p:cNvSpPr>
          <p:nvPr/>
        </p:nvSpPr>
        <p:spPr>
          <a:xfrm xmlns:a="http://schemas.openxmlformats.org/drawingml/2006/main">
            <a:off x="904875" y="4038600"/>
            <a:ext cx="733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875" b="1">
                <a:solidFill>
                  <a:srgbClr val="963651"/>
                </a:solidFill>
                <a:latin typeface="Times New Roman"/>
                <a:ea typeface="Times New Roman"/>
                <a:cs typeface="Times New Roman"/>
              </a:defRPr>
            </a:defPPr>
          </a:lstStyle>
          <a:p xmlns:a="http://schemas.openxmlformats.org/drawingml/2006/main">
            <a:pPr algn="l">
              <a:lnSpc>
                <a:spcPct val="105000"/>
              </a:lnSpc>
              <a:buNone/>
              <a:defRPr sz="1875" b="1">
                <a:solidFill>
                  <a:srgbClr val="963651"/>
                </a:solidFill>
                <a:latin typeface="Times New Roman"/>
                <a:ea typeface="Times New Roman"/>
                <a:cs typeface="Times New Roman"/>
              </a:defRPr>
            </a:pPr>
            <a:r>
              <a:rPr sz="1875" b="1">
                <a:solidFill>
                  <a:srgbClr val="963651"/>
                </a:solidFill>
                <a:latin typeface="Times New Roman"/>
                <a:ea typeface="Times New Roman"/>
                <a:cs typeface="Times New Roman"/>
              </a:rPr>
              <a:t>Small personal datasets can overfit</a:t>
            </a:r>
          </a:p>
        </p:txBody>
      </p:sp>
      <p:sp>
        <p:nvSpPr>
          <p:cNvPr id="163" name="phase2-c2">
            <a:extLst xmlns:a="http://schemas.openxmlformats.org/drawingml/2006/main">
              <a:ext uri="{FF2B5EF4-FFF2-40B4-BE49-F238E27FC236}">
                <a16:creationId xmlns:a16="http://schemas.microsoft.com/office/drawing/2014/main" id="{30498709-B617-4F5F-BA19-9C45F94AE1D5}"/>
              </a:ext>
            </a:extLst>
          </p:cNvPr>
          <p:cNvSpPr>
            <a:spLocks xmlns:a="http://schemas.openxmlformats.org/drawingml/2006/main" noGrp="1"/>
          </p:cNvSpPr>
          <p:nvPr/>
        </p:nvSpPr>
        <p:spPr>
          <a:xfrm xmlns:a="http://schemas.openxmlformats.org/drawingml/2006/main">
            <a:off x="1200150" y="4505325"/>
            <a:ext cx="674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650" b="0">
                <a:solidFill>
                  <a:srgbClr val="151515"/>
                </a:solidFill>
                <a:latin typeface="Times New Roman"/>
                <a:ea typeface="Times New Roman"/>
                <a:cs typeface="Times New Roman"/>
              </a:defRPr>
            </a:defPPr>
          </a:lstStyle>
          <a:p xmlns:a="http://schemas.openxmlformats.org/drawingml/2006/main">
            <a:pPr algn="l">
              <a:lnSpc>
                <a:spcPct val="105000"/>
              </a:lnSpc>
              <a:buNone/>
              <a:defRPr sz="1650" b="0">
                <a:solidFill>
                  <a:srgbClr val="151515"/>
                </a:solidFill>
                <a:latin typeface="Times New Roman"/>
                <a:ea typeface="Times New Roman"/>
                <a:cs typeface="Times New Roman"/>
              </a:defRPr>
            </a:pPr>
            <a:r>
              <a:rPr sz="1650" b="0">
                <a:solidFill>
                  <a:srgbClr val="151515"/>
                </a:solidFill>
                <a:latin typeface="Times New Roman"/>
                <a:ea typeface="Times New Roman"/>
                <a:cs typeface="Times New Roman"/>
              </a:rPr>
              <a:t>Use a lower learning rate, validation split and early stopping.</a:t>
            </a:r>
          </a:p>
        </p:txBody>
      </p:sp>
      <p:sp>
        <p:nvSpPr>
          <p:cNvPr id="164" name="phase2-end">
            <a:extLst xmlns:a="http://schemas.openxmlformats.org/drawingml/2006/main">
              <a:ext uri="{FF2B5EF4-FFF2-40B4-BE49-F238E27FC236}">
                <a16:creationId xmlns:a16="http://schemas.microsoft.com/office/drawing/2014/main" id="{78B4387C-FE7A-4E5E-9796-35636159384F}"/>
              </a:ext>
            </a:extLst>
          </p:cNvPr>
          <p:cNvSpPr>
            <a:spLocks xmlns:a="http://schemas.openxmlformats.org/drawingml/2006/main" noGrp="1"/>
          </p:cNvSpPr>
          <p:nvPr/>
        </p:nvSpPr>
        <p:spPr>
          <a:xfrm xmlns:a="http://schemas.openxmlformats.org/drawingml/2006/main">
            <a:off x="1104900" y="5314950"/>
            <a:ext cx="693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650" b="1">
                <a:solidFill>
                  <a:srgbClr val="151515"/>
                </a:solidFill>
                <a:latin typeface="Times New Roman"/>
                <a:ea typeface="Times New Roman"/>
                <a:cs typeface="Times New Roman"/>
              </a:defRPr>
            </a:defPPr>
          </a:lstStyle>
          <a:p xmlns:a="http://schemas.openxmlformats.org/drawingml/2006/main">
            <a:pPr algn="ctr">
              <a:lnSpc>
                <a:spcPct val="105000"/>
              </a:lnSpc>
              <a:buNone/>
              <a:defRPr sz="1650" b="1">
                <a:solidFill>
                  <a:srgbClr val="151515"/>
                </a:solidFill>
                <a:latin typeface="Times New Roman"/>
                <a:ea typeface="Times New Roman"/>
                <a:cs typeface="Times New Roman"/>
              </a:defRPr>
            </a:pPr>
            <a:r>
              <a:rPr sz="1650" b="1">
                <a:solidFill>
                  <a:srgbClr val="151515"/>
                </a:solidFill>
                <a:latin typeface="Times New Roman"/>
                <a:ea typeface="Times New Roman"/>
                <a:cs typeface="Times New Roman"/>
              </a:rPr>
              <a:t>Then evaluate the full speech-to-intent-to-action demo.</a:t>
            </a:r>
          </a:p>
        </p:txBody>
      </p:sp>
    </p:spTree>
    <p:extLst>
      <p:ext uri="{BB962C8B-B14F-4D97-AF65-F5344CB8AC3E}">
        <p14:creationId xmlns:p14="http://schemas.microsoft.com/office/powerpoint/2010/main" val="152219063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327921A4-25C4-3DB4-06B1-32693CEE2241}" type="slidenum">
              <a:rPr sz="1425">
                <a:solidFill>
                  <a:srgbClr val="151515"/>
                </a:solidFill>
                <a:latin typeface="Times New Roman"/>
                <a:ea typeface="Times New Roman"/>
                <a:cs typeface="Times New Roman"/>
              </a:rPr>
              <a:t>14</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Limits of the current evidence</a:t>
            </a:r>
            <a:endParaRPr sz="3200"/>
          </a:p>
        </p:txBody>
      </p:sp>
      <p:sp>
        <p:nvSpPr>
          <p:cNvPr id="158" name="limit1">
            <a:extLst xmlns:a="http://schemas.openxmlformats.org/drawingml/2006/main">
              <a:ext uri="{FF2B5EF4-FFF2-40B4-BE49-F238E27FC236}">
                <a16:creationId xmlns:a16="http://schemas.microsoft.com/office/drawing/2014/main" id="{99F6BE6C-23A4-4C90-848D-B6CD4644699A}"/>
              </a:ext>
            </a:extLst>
          </p:cNvPr>
          <p:cNvSpPr>
            <a:spLocks xmlns:a="http://schemas.openxmlformats.org/drawingml/2006/main" noGrp="1"/>
          </p:cNvSpPr>
          <p:nvPr/>
        </p:nvSpPr>
        <p:spPr>
          <a:xfrm xmlns:a="http://schemas.openxmlformats.org/drawingml/2006/main">
            <a:off x="990600" y="15335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725" b="0">
                <a:solidFill>
                  <a:srgbClr val="151515"/>
                </a:solidFill>
                <a:latin typeface="Times New Roman"/>
                <a:ea typeface="Times New Roman"/>
                <a:cs typeface="Times New Roman"/>
              </a:defRPr>
            </a:defPPr>
          </a:lstStyle>
          <a:p xmlns:a="http://schemas.openxmlformats.org/drawingml/2006/main">
            <a:pPr algn="l">
              <a:lnSpc>
                <a:spcPct val="105000"/>
              </a:lnSpc>
              <a:buNone/>
              <a:defRPr sz="1725" b="0">
                <a:solidFill>
                  <a:srgbClr val="151515"/>
                </a:solidFill>
                <a:latin typeface="Times New Roman"/>
                <a:ea typeface="Times New Roman"/>
                <a:cs typeface="Times New Roman"/>
              </a:defRPr>
            </a:pPr>
            <a:r>
              <a:rPr sz="1725" b="0">
                <a:solidFill>
                  <a:srgbClr val="151515"/>
                </a:solidFill>
                <a:latin typeface="Times New Roman"/>
                <a:ea typeface="Times New Roman"/>
                <a:cs typeface="Times New Roman"/>
              </a:rPr>
              <a:t>Small cohort: only 8 dysarthric speakers; F01 has 114 recordings.</a:t>
            </a:r>
          </a:p>
        </p:txBody>
      </p:sp>
      <p:sp>
        <p:nvSpPr>
          <p:cNvPr id="159" name="limit2">
            <a:extLst xmlns:a="http://schemas.openxmlformats.org/drawingml/2006/main">
              <a:ext uri="{FF2B5EF4-FFF2-40B4-BE49-F238E27FC236}">
                <a16:creationId xmlns:a16="http://schemas.microsoft.com/office/drawing/2014/main" id="{C5B8A046-F264-4E46-B7EC-AE8447610C23}"/>
              </a:ext>
            </a:extLst>
          </p:cNvPr>
          <p:cNvSpPr>
            <a:spLocks xmlns:a="http://schemas.openxmlformats.org/drawingml/2006/main" noGrp="1"/>
          </p:cNvSpPr>
          <p:nvPr/>
        </p:nvSpPr>
        <p:spPr>
          <a:xfrm xmlns:a="http://schemas.openxmlformats.org/drawingml/2006/main">
            <a:off x="990600" y="24765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725" b="0">
                <a:solidFill>
                  <a:srgbClr val="151515"/>
                </a:solidFill>
                <a:latin typeface="Times New Roman"/>
                <a:ea typeface="Times New Roman"/>
                <a:cs typeface="Times New Roman"/>
              </a:defRPr>
            </a:defPPr>
          </a:lstStyle>
          <a:p xmlns:a="http://schemas.openxmlformats.org/drawingml/2006/main">
            <a:pPr algn="l">
              <a:lnSpc>
                <a:spcPct val="105000"/>
              </a:lnSpc>
              <a:buNone/>
              <a:defRPr sz="1725" b="0">
                <a:solidFill>
                  <a:srgbClr val="151515"/>
                </a:solidFill>
                <a:latin typeface="Times New Roman"/>
                <a:ea typeface="Times New Roman"/>
                <a:cs typeface="Times New Roman"/>
              </a:defRPr>
            </a:pPr>
            <a:r>
              <a:rPr sz="1725" b="0">
                <a:solidFill>
                  <a:srgbClr val="151515"/>
                </a:solidFill>
                <a:latin typeface="Times New Roman"/>
                <a:ea typeface="Times New Roman"/>
                <a:cs typeface="Times New Roman"/>
              </a:rPr>
              <a:t>Read speech: about 75% of TORGO recordings are single words, not real voice commands.</a:t>
            </a:r>
          </a:p>
        </p:txBody>
      </p:sp>
      <p:sp>
        <p:nvSpPr>
          <p:cNvPr id="160" name="limit3">
            <a:extLst xmlns:a="http://schemas.openxmlformats.org/drawingml/2006/main">
              <a:ext uri="{FF2B5EF4-FFF2-40B4-BE49-F238E27FC236}">
                <a16:creationId xmlns:a16="http://schemas.microsoft.com/office/drawing/2014/main" id="{2C09A565-1F0A-4BC6-A8C3-C59B3F119E2E}"/>
              </a:ext>
            </a:extLst>
          </p:cNvPr>
          <p:cNvSpPr>
            <a:spLocks xmlns:a="http://schemas.openxmlformats.org/drawingml/2006/main" noGrp="1"/>
          </p:cNvSpPr>
          <p:nvPr/>
        </p:nvSpPr>
        <p:spPr>
          <a:xfrm xmlns:a="http://schemas.openxmlformats.org/drawingml/2006/main">
            <a:off x="990600" y="34194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725" b="0">
                <a:solidFill>
                  <a:srgbClr val="151515"/>
                </a:solidFill>
                <a:latin typeface="Times New Roman"/>
                <a:ea typeface="Times New Roman"/>
                <a:cs typeface="Times New Roman"/>
              </a:defRPr>
            </a:defPPr>
          </a:lstStyle>
          <a:p xmlns:a="http://schemas.openxmlformats.org/drawingml/2006/main">
            <a:pPr algn="l">
              <a:lnSpc>
                <a:spcPct val="105000"/>
              </a:lnSpc>
              <a:buNone/>
              <a:defRPr sz="1725" b="0">
                <a:solidFill>
                  <a:srgbClr val="151515"/>
                </a:solidFill>
                <a:latin typeface="Times New Roman"/>
                <a:ea typeface="Times New Roman"/>
                <a:cs typeface="Times New Roman"/>
              </a:defRPr>
            </a:pPr>
            <a:r>
              <a:rPr sz="1725" b="0">
                <a:solidFill>
                  <a:srgbClr val="151515"/>
                </a:solidFill>
                <a:latin typeface="Times New Roman"/>
                <a:ea typeface="Times New Roman"/>
                <a:cs typeface="Times New Roman"/>
              </a:rPr>
              <a:t>Strict mode uses less training data, so it does not isolate vocabulary overlap perfectly.</a:t>
            </a:r>
          </a:p>
        </p:txBody>
      </p:sp>
      <p:sp>
        <p:nvSpPr>
          <p:cNvPr id="161" name="limit4">
            <a:extLst xmlns:a="http://schemas.openxmlformats.org/drawingml/2006/main">
              <a:ext uri="{FF2B5EF4-FFF2-40B4-BE49-F238E27FC236}">
                <a16:creationId xmlns:a16="http://schemas.microsoft.com/office/drawing/2014/main" id="{00D90481-7301-4898-A9AB-8E088D0A116A}"/>
              </a:ext>
            </a:extLst>
          </p:cNvPr>
          <p:cNvSpPr>
            <a:spLocks xmlns:a="http://schemas.openxmlformats.org/drawingml/2006/main" noGrp="1"/>
          </p:cNvSpPr>
          <p:nvPr/>
        </p:nvSpPr>
        <p:spPr>
          <a:xfrm xmlns:a="http://schemas.openxmlformats.org/drawingml/2006/main">
            <a:off x="990600" y="43624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725" b="0">
                <a:solidFill>
                  <a:srgbClr val="151515"/>
                </a:solidFill>
                <a:latin typeface="Times New Roman"/>
                <a:ea typeface="Times New Roman"/>
                <a:cs typeface="Times New Roman"/>
              </a:defRPr>
            </a:defPPr>
          </a:lstStyle>
          <a:p xmlns:a="http://schemas.openxmlformats.org/drawingml/2006/main">
            <a:pPr algn="l">
              <a:lnSpc>
                <a:spcPct val="105000"/>
              </a:lnSpc>
              <a:buNone/>
              <a:defRPr sz="1725" b="0">
                <a:solidFill>
                  <a:srgbClr val="151515"/>
                </a:solidFill>
                <a:latin typeface="Times New Roman"/>
                <a:ea typeface="Times New Roman"/>
                <a:cs typeface="Times New Roman"/>
              </a:defRPr>
            </a:pPr>
            <a:r>
              <a:rPr sz="1725" b="0">
                <a:solidFill>
                  <a:srgbClr val="151515"/>
                </a:solidFill>
                <a:latin typeface="Times New Roman"/>
                <a:ea typeface="Times New Roman"/>
                <a:cs typeface="Times New Roman"/>
              </a:rPr>
              <a:t>Each setting used one training run; the personalisation samples need more checks.</a:t>
            </a:r>
          </a:p>
        </p:txBody>
      </p:sp>
      <p:sp>
        <p:nvSpPr>
          <p:cNvPr id="162" name="limit5">
            <a:extLst xmlns:a="http://schemas.openxmlformats.org/drawingml/2006/main">
              <a:ext uri="{FF2B5EF4-FFF2-40B4-BE49-F238E27FC236}">
                <a16:creationId xmlns:a16="http://schemas.microsoft.com/office/drawing/2014/main" id="{3EBB2990-794A-4E7C-94DB-7F35289C2C91}"/>
              </a:ext>
            </a:extLst>
          </p:cNvPr>
          <p:cNvSpPr>
            <a:spLocks xmlns:a="http://schemas.openxmlformats.org/drawingml/2006/main" noGrp="1"/>
          </p:cNvSpPr>
          <p:nvPr/>
        </p:nvSpPr>
        <p:spPr>
          <a:xfrm xmlns:a="http://schemas.openxmlformats.org/drawingml/2006/main">
            <a:off x="990600" y="5267325"/>
            <a:ext cx="716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l">
              <a:defRPr sz="1425" b="0">
                <a:solidFill>
                  <a:srgbClr val="4A4A4A"/>
                </a:solidFill>
                <a:latin typeface="Times New Roman"/>
                <a:ea typeface="Times New Roman"/>
                <a:cs typeface="Times New Roman"/>
              </a:defRPr>
            </a:defPPr>
          </a:lstStyle>
          <a:p xmlns:a="http://schemas.openxmlformats.org/drawingml/2006/main">
            <a:pPr algn="l">
              <a:lnSpc>
                <a:spcPct val="105000"/>
              </a:lnSpc>
              <a:buNone/>
              <a:defRPr sz="1425" b="0">
                <a:solidFill>
                  <a:srgbClr val="4A4A4A"/>
                </a:solidFill>
                <a:latin typeface="Times New Roman"/>
                <a:ea typeface="Times New Roman"/>
                <a:cs typeface="Times New Roman"/>
              </a:defRPr>
            </a:pPr>
            <a:r>
              <a:rPr sz="1425" b="0">
                <a:solidFill>
                  <a:srgbClr val="4A4A4A"/>
                </a:solidFill>
                <a:latin typeface="Times New Roman"/>
                <a:ea typeface="Times New Roman"/>
                <a:cs typeface="Times New Roman"/>
              </a:rPr>
              <a:t>Severity labels follow TORGO literature conventions and need source verification.</a:t>
            </a:r>
          </a:p>
        </p:txBody>
      </p:sp>
    </p:spTree>
    <p:extLst>
      <p:ext uri="{BB962C8B-B14F-4D97-AF65-F5344CB8AC3E}">
        <p14:creationId xmlns:p14="http://schemas.microsoft.com/office/powerpoint/2010/main" val="152219063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56" name="Slide Number">
            <a:extLst xmlns:a="http://schemas.openxmlformats.org/drawingml/2006/main">
              <a:ext uri="{FF2B5EF4-FFF2-40B4-BE49-F238E27FC236}">
                <a16:creationId xmlns:a16="http://schemas.microsoft.com/office/drawing/2014/main" id="{6A0347DB-FA18-4487-BA2E-2915956CB496}"/>
              </a:ext>
            </a:extLst>
          </p:cNvPr>
          <p:cNvSpPr>
            <a:spLocks xmlns:a="http://schemas.openxmlformats.org/drawingml/2006/main" noGrp="1"/>
          </p:cNvSpPr>
          <p:nvPr>
            <p:ph type="sldNum" idx="2"/>
          </p:nvPr>
        </p:nvSpPr>
        <p:spPr>
          <a:xfrm xmlns:a="http://schemas.openxmlformats.org/drawingml/2006/main">
            <a:off x="8172450" y="381000"/>
            <a:ext cx="438150" cy="295275"/>
          </a:xfrm>
          <a:prstGeom xmlns:a="http://schemas.openxmlformats.org/drawingml/2006/main" prst="rect">
            <a:avLst/>
          </a:prstGeom>
        </p:spPr>
        <p:txBody>
          <a:bodyPr xmlns:a="http://schemas.openxmlformats.org/drawingml/2006/main">
            <a:noAutofit/>
          </a:bodyPr>
          <a:lstStyle xmlns:a="http://schemas.openxmlformats.org/drawingml/2006/main">
            <a:defPPr algn="ctr">
              <a:defRPr sz="1425">
                <a:solidFill>
                  <a:srgbClr val="151515"/>
                </a:solidFill>
                <a:latin typeface="Times New Roman"/>
                <a:ea typeface="Times New Roman"/>
                <a:cs typeface="Times New Roman"/>
              </a:defRPr>
            </a:defPPr>
          </a:lstStyle>
          <a:p xmlns:a="http://schemas.openxmlformats.org/drawingml/2006/main">
            <a:pPr algn="ctr">
              <a:defRPr sz="1425">
                <a:solidFill>
                  <a:srgbClr val="151515"/>
                </a:solidFill>
                <a:latin typeface="Times New Roman"/>
                <a:ea typeface="Times New Roman"/>
                <a:cs typeface="Times New Roman"/>
              </a:defRPr>
            </a:pPr>
            <a:fld id="{EA83FA91-883A-0168-8075-96CEB9DCA3C2}" type="slidenum">
              <a:rPr sz="1425">
                <a:solidFill>
                  <a:srgbClr val="151515"/>
                </a:solidFill>
                <a:latin typeface="Times New Roman"/>
                <a:ea typeface="Times New Roman"/>
                <a:cs typeface="Times New Roman"/>
              </a:rPr>
              <a:t>15</a:t>
            </a:fld>
            <a:endParaRPr/>
          </a:p>
        </p:txBody>
      </p:sp>
      <p:sp>
        <p:nvSpPr>
          <p:cNvPr id="157" name="Motivation">
            <a:extLst xmlns:a="http://schemas.openxmlformats.org/drawingml/2006/main">
              <a:ext uri="{FF2B5EF4-FFF2-40B4-BE49-F238E27FC236}">
                <a16:creationId xmlns:a16="http://schemas.microsoft.com/office/drawing/2014/main" id="{3E30F388-E4FF-4845-9EE3-4A1E8CB34D0E}"/>
              </a:ext>
            </a:extLst>
          </p:cNvPr>
          <p:cNvSpPr>
            <a:spLocks xmlns:a="http://schemas.openxmlformats.org/drawingml/2006/main" noGrp="1"/>
          </p:cNvSpPr>
          <p:nvPr>
            <p:ph type="title" idx="0"/>
          </p:nvPr>
        </p:nvSpPr>
        <p:spPr>
          <a:xfrm xmlns:a="http://schemas.openxmlformats.org/drawingml/2006/main">
            <a:off x="990600" y="523875"/>
            <a:ext cx="7162800" cy="6286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defPPr algn="ctr">
              <a:defRPr sz="2400">
                <a:solidFill>
                  <a:srgbClr val="151515"/>
                </a:solidFill>
                <a:latin typeface="Times New Roman"/>
                <a:ea typeface="Times New Roman"/>
                <a:cs typeface="Times New Roman"/>
              </a:defRPr>
            </a:defPPr>
            <a:lvl1pPr>
              <a:buNone/>
              <a:defRPr>
                <a:latin typeface="Times New Roman"/>
                <a:ea typeface="Times New Roman"/>
                <a:cs typeface="Times New Roman"/>
              </a:defRPr>
            </a:lvl1pPr>
          </a:lstStyle>
          <a:p xmlns:a="http://schemas.openxmlformats.org/drawingml/2006/main">
            <a:pPr algn="ctr">
              <a:defRPr sz="2400">
                <a:solidFill>
                  <a:srgbClr val="151515"/>
                </a:solidFill>
                <a:latin typeface="Times New Roman"/>
                <a:ea typeface="Times New Roman"/>
                <a:cs typeface="Times New Roman"/>
              </a:defRPr>
            </a:pPr>
            <a:r>
              <a:rPr sz="2400">
                <a:solidFill>
                  <a:srgbClr val="151515"/>
                </a:solidFill>
                <a:latin typeface="Times New Roman"/>
                <a:ea typeface="Times New Roman"/>
                <a:cs typeface="Times New Roman"/>
              </a:rPr>
              <a:t>Conclusion and next review plan</a:t>
            </a:r>
            <a:endParaRPr sz="3200"/>
          </a:p>
        </p:txBody>
      </p:sp>
      <p:sp>
        <p:nvSpPr>
          <p:cNvPr id="158" name="conclusion1">
            <a:extLst xmlns:a="http://schemas.openxmlformats.org/drawingml/2006/main">
              <a:ext uri="{FF2B5EF4-FFF2-40B4-BE49-F238E27FC236}">
                <a16:creationId xmlns:a16="http://schemas.microsoft.com/office/drawing/2014/main" id="{FA342F0C-C7F8-4475-840C-62A50CFA6233}"/>
              </a:ext>
            </a:extLst>
          </p:cNvPr>
          <p:cNvSpPr>
            <a:spLocks xmlns:a="http://schemas.openxmlformats.org/drawingml/2006/main" noGrp="1"/>
          </p:cNvSpPr>
          <p:nvPr/>
        </p:nvSpPr>
        <p:spPr>
          <a:xfrm xmlns:a="http://schemas.openxmlformats.org/drawingml/2006/main">
            <a:off x="1028700" y="1552575"/>
            <a:ext cx="708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875" b="0">
                <a:solidFill>
                  <a:srgbClr val="151515"/>
                </a:solidFill>
                <a:latin typeface="Times New Roman"/>
                <a:ea typeface="Times New Roman"/>
                <a:cs typeface="Times New Roman"/>
              </a:defRPr>
            </a:defPPr>
          </a:lstStyle>
          <a:p xmlns:a="http://schemas.openxmlformats.org/drawingml/2006/main">
            <a:pPr algn="ctr">
              <a:lnSpc>
                <a:spcPct val="105000"/>
              </a:lnSpc>
              <a:buNone/>
              <a:defRPr sz="1875" b="0">
                <a:solidFill>
                  <a:srgbClr val="151515"/>
                </a:solidFill>
                <a:latin typeface="Times New Roman"/>
                <a:ea typeface="Times New Roman"/>
                <a:cs typeface="Times New Roman"/>
              </a:defRPr>
            </a:pPr>
            <a:r>
              <a:rPr sz="1875" b="0">
                <a:solidFill>
                  <a:srgbClr val="151515"/>
                </a:solidFill>
                <a:latin typeface="Times New Roman"/>
                <a:ea typeface="Times New Roman"/>
                <a:cs typeface="Times New Roman"/>
              </a:rPr>
              <a:t>Phase 1 established a reproducible baseline and showed that a small LoRA adapter helps every held-out speaker when the prompt words are familiar.</a:t>
            </a:r>
          </a:p>
        </p:txBody>
      </p:sp>
      <p:sp>
        <p:nvSpPr>
          <p:cNvPr id="159" name="conclusion2">
            <a:extLst xmlns:a="http://schemas.openxmlformats.org/drawingml/2006/main">
              <a:ext uri="{FF2B5EF4-FFF2-40B4-BE49-F238E27FC236}">
                <a16:creationId xmlns:a16="http://schemas.microsoft.com/office/drawing/2014/main" id="{383A9117-D71F-4900-A589-63945E11105C}"/>
              </a:ext>
            </a:extLst>
          </p:cNvPr>
          <p:cNvSpPr>
            <a:spLocks xmlns:a="http://schemas.openxmlformats.org/drawingml/2006/main" noGrp="1"/>
          </p:cNvSpPr>
          <p:nvPr/>
        </p:nvSpPr>
        <p:spPr>
          <a:xfrm xmlns:a="http://schemas.openxmlformats.org/drawingml/2006/main">
            <a:off x="1028700" y="2981325"/>
            <a:ext cx="708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875" b="1">
                <a:solidFill>
                  <a:srgbClr val="963651"/>
                </a:solidFill>
                <a:latin typeface="Times New Roman"/>
                <a:ea typeface="Times New Roman"/>
                <a:cs typeface="Times New Roman"/>
              </a:defRPr>
            </a:defPPr>
          </a:lstStyle>
          <a:p xmlns:a="http://schemas.openxmlformats.org/drawingml/2006/main">
            <a:pPr algn="ctr">
              <a:lnSpc>
                <a:spcPct val="105000"/>
              </a:lnSpc>
              <a:buNone/>
              <a:defRPr sz="1875" b="1">
                <a:solidFill>
                  <a:srgbClr val="963651"/>
                </a:solidFill>
                <a:latin typeface="Times New Roman"/>
                <a:ea typeface="Times New Roman"/>
                <a:cs typeface="Times New Roman"/>
              </a:defRPr>
            </a:pPr>
            <a:r>
              <a:rPr sz="1875" b="1">
                <a:solidFill>
                  <a:srgbClr val="963651"/>
                </a:solidFill>
                <a:latin typeface="Times New Roman"/>
                <a:ea typeface="Times New Roman"/>
                <a:cs typeface="Times New Roman"/>
              </a:rPr>
              <a:t>The strict test identified the central problem for the next review: new words and severe speech remain difficult.</a:t>
            </a:r>
          </a:p>
        </p:txBody>
      </p:sp>
      <p:sp>
        <p:nvSpPr>
          <p:cNvPr id="160" name="conclusion3">
            <a:extLst xmlns:a="http://schemas.openxmlformats.org/drawingml/2006/main">
              <a:ext uri="{FF2B5EF4-FFF2-40B4-BE49-F238E27FC236}">
                <a16:creationId xmlns:a16="http://schemas.microsoft.com/office/drawing/2014/main" id="{80C1D9D5-7551-4E2F-BBA0-4E5E6F0267A4}"/>
              </a:ext>
            </a:extLst>
          </p:cNvPr>
          <p:cNvSpPr>
            <a:spLocks xmlns:a="http://schemas.openxmlformats.org/drawingml/2006/main" noGrp="1"/>
          </p:cNvSpPr>
          <p:nvPr/>
        </p:nvSpPr>
        <p:spPr>
          <a:xfrm xmlns:a="http://schemas.openxmlformats.org/drawingml/2006/main">
            <a:off x="1028700" y="4343400"/>
            <a:ext cx="708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725" b="0">
                <a:solidFill>
                  <a:srgbClr val="151515"/>
                </a:solidFill>
                <a:latin typeface="Times New Roman"/>
                <a:ea typeface="Times New Roman"/>
                <a:cs typeface="Times New Roman"/>
              </a:defRPr>
            </a:defPPr>
          </a:lstStyle>
          <a:p xmlns:a="http://schemas.openxmlformats.org/drawingml/2006/main">
            <a:pPr algn="ctr">
              <a:lnSpc>
                <a:spcPct val="105000"/>
              </a:lnSpc>
              <a:buNone/>
              <a:defRPr sz="1725" b="0">
                <a:solidFill>
                  <a:srgbClr val="151515"/>
                </a:solidFill>
                <a:latin typeface="Times New Roman"/>
                <a:ea typeface="Times New Roman"/>
                <a:cs typeface="Times New Roman"/>
              </a:defRPr>
            </a:pPr>
            <a:r>
              <a:rPr sz="1725" b="0">
                <a:solidFill>
                  <a:srgbClr val="151515"/>
                </a:solidFill>
                <a:latin typeface="Times New Roman"/>
                <a:ea typeface="Times New Roman"/>
                <a:cs typeface="Times New Roman"/>
              </a:rPr>
              <a:t>Next, we will retune personalisation, test articulatory and contextual support, then verify that uncertain commands require confirmation.</a:t>
            </a:r>
          </a:p>
        </p:txBody>
      </p:sp>
    </p:spTree>
    <p:extLst>
      <p:ext uri="{BB962C8B-B14F-4D97-AF65-F5344CB8AC3E}">
        <p14:creationId xmlns:p14="http://schemas.microsoft.com/office/powerpoint/2010/main" val="152219063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7E397D-4654-4592-9B90-D10BBF052AAB}"/>
              </a:ext>
            </a:extLst>
          </p:cNvPr>
          <p:cNvSpPr>
            <a:spLocks xmlns:a="http://schemas.openxmlformats.org/drawingml/2006/main" noGrp="1"/>
          </p:cNvSpPr>
          <p:nvPr>
            <p:ph type="title" idx="0"/>
          </p:nvPr>
        </p:nvSpPr>
        <p:spPr>
          <a:xfrm xmlns:a="http://schemas.openxmlformats.org/drawingml/2006/main">
            <a:off x="391886" y="2809149"/>
            <a:ext cx="8229600" cy="1508126"/>
          </a:xfrm>
        </p:spPr>
        <p:txBody>
          <a:bodyPr xmlns:a="http://schemas.openxmlformats.org/drawingml/2006/main" anchor="ctr"/>
          <a:lstStyle xmlns:a="http://schemas.openxmlformats.org/drawingml/2006/main">
            <a:defPPr algn="ctr">
              <a:defRPr sz="3300">
                <a:solidFill>
                  <a:srgbClr val="151515"/>
                </a:solidFill>
                <a:latin typeface="Times New Roman"/>
                <a:ea typeface="Times New Roman"/>
                <a:cs typeface="Times New Roman"/>
              </a:defRPr>
            </a:defPPr>
          </a:lstStyle>
          <a:p xmlns:a="http://schemas.openxmlformats.org/drawingml/2006/main">
            <a:pPr algn="ctr">
              <a:defRPr sz="3300">
                <a:solidFill>
                  <a:srgbClr val="151515"/>
                </a:solidFill>
                <a:latin typeface="Times New Roman"/>
                <a:ea typeface="Times New Roman"/>
                <a:cs typeface="Times New Roman"/>
              </a:defRPr>
            </a:pPr>
            <a:r>
              <a:rPr sz="3300">
                <a:solidFill>
                  <a:srgbClr val="151515"/>
                </a:solidFill>
                <a:latin typeface="Times New Roman"/>
                <a:ea typeface="Times New Roman"/>
                <a:cs typeface="Times New Roman"/>
              </a:rPr>
              <a:t>THANK YOU</a:t>
            </a:r>
            <a:endParaRPr sz="4400">
              <a:latin typeface="Times New Roman"/>
              <a:ea typeface="Times New Roman"/>
              <a:cs typeface="Times New Roman"/>
            </a:endParaRPr>
          </a:p>
        </p:txBody>
      </p:sp>
      <p:sp>
        <p:nvSpPr>
          <p:cNvPr id="3" name="Slide Number Placeholder 2">
            <a:extLst xmlns:a="http://schemas.openxmlformats.org/drawingml/2006/main">
              <a:ext uri="{FF2B5EF4-FFF2-40B4-BE49-F238E27FC236}">
                <a16:creationId xmlns:a16="http://schemas.microsoft.com/office/drawing/2014/main" id="{B721A96B-8B05-BD49-B6F0-8D4DA60AFD49}"/>
              </a:ext>
            </a:extLst>
          </p:cNvPr>
          <p:cNvSpPr>
            <a:spLocks xmlns:a="http://schemas.openxmlformats.org/drawingml/2006/main" noGrp="1"/>
          </p:cNvSpPr>
          <p:nvPr>
            <p:ph type="sldNum" idx="2"/>
          </p:nvPr>
        </p:nvSpPr>
        <p:spPr/>
        <p:txBody>
          <a:bodyPr xmlns:a="http://schemas.openxmlformats.org/drawingml/2006/main"/>
          <a:lstStyle xmlns:a="http://schemas.openxmlformats.org/drawingml/2006/main"/>
          <a:p xmlns:a="http://schemas.openxmlformats.org/drawingml/2006/main">
            <a:fld id="{DC9C7607-4BA3-B4DC-A00F-2E67A9FCFF7E}" type="slidenum">
              <a:t>16</a:t>
            </a:fld>
            <a:endParaRPr/>
          </a:p>
        </p:txBody>
      </p:sp>
      <p:sp>
        <p:nvSpPr>
          <p:cNvPr id="4" name="sources">
            <a:extLst xmlns:a="http://schemas.openxmlformats.org/drawingml/2006/main">
              <a:ext uri="{FF2B5EF4-FFF2-40B4-BE49-F238E27FC236}">
                <a16:creationId xmlns:a16="http://schemas.microsoft.com/office/drawing/2014/main" id="{CFDA3762-9BA4-4418-8D67-902A5CE94AC4}"/>
              </a:ext>
            </a:extLst>
          </p:cNvPr>
          <p:cNvSpPr>
            <a:spLocks xmlns:a="http://schemas.openxmlformats.org/drawingml/2006/main" noGrp="1"/>
          </p:cNvSpPr>
          <p:nvPr/>
        </p:nvSpPr>
        <p:spPr>
          <a:xfrm xmlns:a="http://schemas.openxmlformats.org/drawingml/2006/main">
            <a:off x="1095375" y="4953000"/>
            <a:ext cx="695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defPPr algn="ctr">
              <a:defRPr sz="1275" b="0">
                <a:solidFill>
                  <a:srgbClr val="4A4A4A"/>
                </a:solidFill>
                <a:latin typeface="Times New Roman"/>
                <a:ea typeface="Times New Roman"/>
                <a:cs typeface="Times New Roman"/>
              </a:defRPr>
            </a:defPPr>
          </a:lstStyle>
          <a:p xmlns:a="http://schemas.openxmlformats.org/drawingml/2006/main">
            <a:pPr algn="ctr">
              <a:lnSpc>
                <a:spcPct val="105000"/>
              </a:lnSpc>
              <a:buNone/>
              <a:defRPr sz="1275" b="0">
                <a:solidFill>
                  <a:srgbClr val="4A4A4A"/>
                </a:solidFill>
                <a:latin typeface="Times New Roman"/>
                <a:ea typeface="Times New Roman"/>
                <a:cs typeface="Times New Roman"/>
              </a:defRPr>
            </a:pPr>
            <a:r>
              <a:rPr sz="1275" b="0">
                <a:solidFill>
                  <a:srgbClr val="4A4A4A"/>
                </a:solidFill>
                <a:latin typeface="Times New Roman"/>
                <a:ea typeface="Times New Roman"/>
                <a:cs typeface="Times New Roman"/>
              </a:rPr>
              <a:t>Selected sources: TORGO (Rudzicz et al., 2012); Whisper (Radford et al., 2023); LoRA (Hu et al., 2022). Full experiment details: NeuroSAFE-Voice Phase 1 Report, 7 Oct 2026.</a:t>
            </a:r>
          </a:p>
        </p:txBody>
      </p:sp>
    </p:spTree>
    <p:extLst>
      <p:ext uri="{BB962C8B-B14F-4D97-AF65-F5344CB8AC3E}">
        <p14:creationId xmlns:p14="http://schemas.microsoft.com/office/powerpoint/2010/main" val="2290172774"/>
      </p:ext>
    </p:extLst>
  </p:cSld>
</p:sld>
</file>

<file path=ppt/theme/theme1.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2026-10-07T13:45:24.7690000Z</dcterms:created>
  <dcterms:modified xsi:type="dcterms:W3CDTF">2026-10-07T13:45:24.7690000Z</dcterms:modified>
</coreProperties>
</file>